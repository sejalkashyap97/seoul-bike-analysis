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79" r:id="rId4"/>
    <p:sldId id="260" r:id="rId5"/>
    <p:sldId id="261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4BC5F1-2188-44A7-A130-AB101AFA67CC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2CE4C12-BB71-4F3E-95CC-4CCD06419C47}">
      <dgm:prSet/>
      <dgm:spPr/>
      <dgm:t>
        <a:bodyPr/>
        <a:lstStyle/>
        <a:p>
          <a:r>
            <a:rPr lang="en-IN" b="1"/>
            <a:t>Understand patterns in bike rentals</a:t>
          </a:r>
          <a:endParaRPr lang="en-IN"/>
        </a:p>
      </dgm:t>
    </dgm:pt>
    <dgm:pt modelId="{C03BDAB2-974A-40C5-8BFF-5B8F1706E6F2}" type="parTrans" cxnId="{449968F5-3105-4945-B864-F0A245C681A7}">
      <dgm:prSet/>
      <dgm:spPr/>
      <dgm:t>
        <a:bodyPr/>
        <a:lstStyle/>
        <a:p>
          <a:endParaRPr lang="en-IN"/>
        </a:p>
      </dgm:t>
    </dgm:pt>
    <dgm:pt modelId="{A9A30097-396B-4927-945E-E4B18D1A1A35}" type="sibTrans" cxnId="{449968F5-3105-4945-B864-F0A245C681A7}">
      <dgm:prSet/>
      <dgm:spPr/>
      <dgm:t>
        <a:bodyPr/>
        <a:lstStyle/>
        <a:p>
          <a:endParaRPr lang="en-IN"/>
        </a:p>
      </dgm:t>
    </dgm:pt>
    <dgm:pt modelId="{60A51AC7-3541-4454-B23D-3B1D6B871F4B}">
      <dgm:prSet/>
      <dgm:spPr/>
      <dgm:t>
        <a:bodyPr/>
        <a:lstStyle/>
        <a:p>
          <a:r>
            <a:rPr lang="en-IN" b="1"/>
            <a:t>Identifying seasonal trends and peak hours</a:t>
          </a:r>
          <a:endParaRPr lang="en-IN"/>
        </a:p>
      </dgm:t>
    </dgm:pt>
    <dgm:pt modelId="{4617F0E0-59A3-4220-9B2F-D70A250E5040}" type="parTrans" cxnId="{0391B93D-A9A2-4147-8005-A8047206E014}">
      <dgm:prSet/>
      <dgm:spPr/>
      <dgm:t>
        <a:bodyPr/>
        <a:lstStyle/>
        <a:p>
          <a:endParaRPr lang="en-IN"/>
        </a:p>
      </dgm:t>
    </dgm:pt>
    <dgm:pt modelId="{4C4A73C9-2F15-4B79-B753-B56457F6990F}" type="sibTrans" cxnId="{0391B93D-A9A2-4147-8005-A8047206E014}">
      <dgm:prSet/>
      <dgm:spPr/>
      <dgm:t>
        <a:bodyPr/>
        <a:lstStyle/>
        <a:p>
          <a:endParaRPr lang="en-IN"/>
        </a:p>
      </dgm:t>
    </dgm:pt>
    <dgm:pt modelId="{4A9743EE-4D14-4D3F-B1E8-BB8AD1298843}">
      <dgm:prSet/>
      <dgm:spPr/>
      <dgm:t>
        <a:bodyPr/>
        <a:lstStyle/>
        <a:p>
          <a:r>
            <a:rPr lang="en-IN" b="1"/>
            <a:t>How weather affects the rental system</a:t>
          </a:r>
          <a:endParaRPr lang="en-IN"/>
        </a:p>
      </dgm:t>
    </dgm:pt>
    <dgm:pt modelId="{3950A89E-DA21-4A9D-AF6C-39615E60E5A5}" type="parTrans" cxnId="{ADF35BCC-F8EE-446D-BFB8-76AAF493FB1D}">
      <dgm:prSet/>
      <dgm:spPr/>
      <dgm:t>
        <a:bodyPr/>
        <a:lstStyle/>
        <a:p>
          <a:endParaRPr lang="en-IN"/>
        </a:p>
      </dgm:t>
    </dgm:pt>
    <dgm:pt modelId="{A302AFA8-5803-4254-94F3-6AD7E237B100}" type="sibTrans" cxnId="{ADF35BCC-F8EE-446D-BFB8-76AAF493FB1D}">
      <dgm:prSet/>
      <dgm:spPr/>
      <dgm:t>
        <a:bodyPr/>
        <a:lstStyle/>
        <a:p>
          <a:endParaRPr lang="en-IN"/>
        </a:p>
      </dgm:t>
    </dgm:pt>
    <dgm:pt modelId="{892DF59E-12C9-4B8E-BB0B-F2E4DC46F6ED}" type="pres">
      <dgm:prSet presAssocID="{874BC5F1-2188-44A7-A130-AB101AFA67CC}" presName="linear" presStyleCnt="0">
        <dgm:presLayoutVars>
          <dgm:animLvl val="lvl"/>
          <dgm:resizeHandles val="exact"/>
        </dgm:presLayoutVars>
      </dgm:prSet>
      <dgm:spPr/>
    </dgm:pt>
    <dgm:pt modelId="{D761ED73-DD17-4EC5-864E-A23C4D776566}" type="pres">
      <dgm:prSet presAssocID="{62CE4C12-BB71-4F3E-95CC-4CCD06419C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816C0E3-AC09-458F-993A-9A4224A23440}" type="pres">
      <dgm:prSet presAssocID="{A9A30097-396B-4927-945E-E4B18D1A1A35}" presName="spacer" presStyleCnt="0"/>
      <dgm:spPr/>
    </dgm:pt>
    <dgm:pt modelId="{B207C979-F1C9-4914-BF35-3EEE44D9C3B9}" type="pres">
      <dgm:prSet presAssocID="{60A51AC7-3541-4454-B23D-3B1D6B871F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3AA4FA9-8530-4405-B071-A3C83E625088}" type="pres">
      <dgm:prSet presAssocID="{4C4A73C9-2F15-4B79-B753-B56457F6990F}" presName="spacer" presStyleCnt="0"/>
      <dgm:spPr/>
    </dgm:pt>
    <dgm:pt modelId="{38AD2F8F-A475-48FB-B11F-E3C32E8648B6}" type="pres">
      <dgm:prSet presAssocID="{4A9743EE-4D14-4D3F-B1E8-BB8AD12988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50F210E-66F1-4409-965E-ACBCE8F762DA}" type="presOf" srcId="{874BC5F1-2188-44A7-A130-AB101AFA67CC}" destId="{892DF59E-12C9-4B8E-BB0B-F2E4DC46F6ED}" srcOrd="0" destOrd="0" presId="urn:microsoft.com/office/officeart/2005/8/layout/vList2"/>
    <dgm:cxn modelId="{9D19FD2D-B079-4A60-96C4-ACE31D4217E7}" type="presOf" srcId="{60A51AC7-3541-4454-B23D-3B1D6B871F4B}" destId="{B207C979-F1C9-4914-BF35-3EEE44D9C3B9}" srcOrd="0" destOrd="0" presId="urn:microsoft.com/office/officeart/2005/8/layout/vList2"/>
    <dgm:cxn modelId="{0391B93D-A9A2-4147-8005-A8047206E014}" srcId="{874BC5F1-2188-44A7-A130-AB101AFA67CC}" destId="{60A51AC7-3541-4454-B23D-3B1D6B871F4B}" srcOrd="1" destOrd="0" parTransId="{4617F0E0-59A3-4220-9B2F-D70A250E5040}" sibTransId="{4C4A73C9-2F15-4B79-B753-B56457F6990F}"/>
    <dgm:cxn modelId="{7C01F359-E254-4E5C-A5B3-E158CEC9FF36}" type="presOf" srcId="{4A9743EE-4D14-4D3F-B1E8-BB8AD1298843}" destId="{38AD2F8F-A475-48FB-B11F-E3C32E8648B6}" srcOrd="0" destOrd="0" presId="urn:microsoft.com/office/officeart/2005/8/layout/vList2"/>
    <dgm:cxn modelId="{ADF35BCC-F8EE-446D-BFB8-76AAF493FB1D}" srcId="{874BC5F1-2188-44A7-A130-AB101AFA67CC}" destId="{4A9743EE-4D14-4D3F-B1E8-BB8AD1298843}" srcOrd="2" destOrd="0" parTransId="{3950A89E-DA21-4A9D-AF6C-39615E60E5A5}" sibTransId="{A302AFA8-5803-4254-94F3-6AD7E237B100}"/>
    <dgm:cxn modelId="{F82B72DC-A791-4EDF-92E7-9E8DE9601E8E}" type="presOf" srcId="{62CE4C12-BB71-4F3E-95CC-4CCD06419C47}" destId="{D761ED73-DD17-4EC5-864E-A23C4D776566}" srcOrd="0" destOrd="0" presId="urn:microsoft.com/office/officeart/2005/8/layout/vList2"/>
    <dgm:cxn modelId="{449968F5-3105-4945-B864-F0A245C681A7}" srcId="{874BC5F1-2188-44A7-A130-AB101AFA67CC}" destId="{62CE4C12-BB71-4F3E-95CC-4CCD06419C47}" srcOrd="0" destOrd="0" parTransId="{C03BDAB2-974A-40C5-8BFF-5B8F1706E6F2}" sibTransId="{A9A30097-396B-4927-945E-E4B18D1A1A35}"/>
    <dgm:cxn modelId="{0FCAD9C1-0CEF-44A9-AD01-99B9DE99F032}" type="presParOf" srcId="{892DF59E-12C9-4B8E-BB0B-F2E4DC46F6ED}" destId="{D761ED73-DD17-4EC5-864E-A23C4D776566}" srcOrd="0" destOrd="0" presId="urn:microsoft.com/office/officeart/2005/8/layout/vList2"/>
    <dgm:cxn modelId="{90FFD8FC-7BD0-4F66-BAB5-AD56EE91DDF9}" type="presParOf" srcId="{892DF59E-12C9-4B8E-BB0B-F2E4DC46F6ED}" destId="{0816C0E3-AC09-458F-993A-9A4224A23440}" srcOrd="1" destOrd="0" presId="urn:microsoft.com/office/officeart/2005/8/layout/vList2"/>
    <dgm:cxn modelId="{EEE8C8D2-45A9-40E2-86FD-5A4B543CBE58}" type="presParOf" srcId="{892DF59E-12C9-4B8E-BB0B-F2E4DC46F6ED}" destId="{B207C979-F1C9-4914-BF35-3EEE44D9C3B9}" srcOrd="2" destOrd="0" presId="urn:microsoft.com/office/officeart/2005/8/layout/vList2"/>
    <dgm:cxn modelId="{9CE15B21-8068-49DD-8848-99CD2C0C43DD}" type="presParOf" srcId="{892DF59E-12C9-4B8E-BB0B-F2E4DC46F6ED}" destId="{53AA4FA9-8530-4405-B071-A3C83E625088}" srcOrd="3" destOrd="0" presId="urn:microsoft.com/office/officeart/2005/8/layout/vList2"/>
    <dgm:cxn modelId="{32369024-F3F5-47F0-9EF3-D1AEFB09FD1A}" type="presParOf" srcId="{892DF59E-12C9-4B8E-BB0B-F2E4DC46F6ED}" destId="{38AD2F8F-A475-48FB-B11F-E3C32E8648B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4BC5F1-2188-44A7-A130-AB101AFA67CC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CE4C12-BB71-4F3E-95CC-4CCD06419C47}">
      <dgm:prSet/>
      <dgm:spPr/>
      <dgm:t>
        <a:bodyPr/>
        <a:lstStyle/>
        <a:p>
          <a:r>
            <a:rPr lang="en-IN" b="1" dirty="0"/>
            <a:t>UCI Machine Learning Repository</a:t>
          </a:r>
        </a:p>
        <a:p>
          <a:endParaRPr lang="en-IN" dirty="0"/>
        </a:p>
      </dgm:t>
    </dgm:pt>
    <dgm:pt modelId="{C03BDAB2-974A-40C5-8BFF-5B8F1706E6F2}" type="parTrans" cxnId="{449968F5-3105-4945-B864-F0A245C681A7}">
      <dgm:prSet/>
      <dgm:spPr/>
      <dgm:t>
        <a:bodyPr/>
        <a:lstStyle/>
        <a:p>
          <a:endParaRPr lang="en-IN"/>
        </a:p>
      </dgm:t>
    </dgm:pt>
    <dgm:pt modelId="{A9A30097-396B-4927-945E-E4B18D1A1A35}" type="sibTrans" cxnId="{449968F5-3105-4945-B864-F0A245C681A7}">
      <dgm:prSet/>
      <dgm:spPr/>
      <dgm:t>
        <a:bodyPr/>
        <a:lstStyle/>
        <a:p>
          <a:endParaRPr lang="en-IN"/>
        </a:p>
      </dgm:t>
    </dgm:pt>
    <dgm:pt modelId="{892DF59E-12C9-4B8E-BB0B-F2E4DC46F6ED}" type="pres">
      <dgm:prSet presAssocID="{874BC5F1-2188-44A7-A130-AB101AFA67CC}" presName="linear" presStyleCnt="0">
        <dgm:presLayoutVars>
          <dgm:animLvl val="lvl"/>
          <dgm:resizeHandles val="exact"/>
        </dgm:presLayoutVars>
      </dgm:prSet>
      <dgm:spPr/>
    </dgm:pt>
    <dgm:pt modelId="{D761ED73-DD17-4EC5-864E-A23C4D776566}" type="pres">
      <dgm:prSet presAssocID="{62CE4C12-BB71-4F3E-95CC-4CCD06419C47}" presName="parentText" presStyleLbl="node1" presStyleIdx="0" presStyleCnt="1" custScaleX="89785" custScaleY="29740" custLinFactNeighborX="-3258" custLinFactNeighborY="-15944">
        <dgm:presLayoutVars>
          <dgm:chMax val="0"/>
          <dgm:bulletEnabled val="1"/>
        </dgm:presLayoutVars>
      </dgm:prSet>
      <dgm:spPr/>
    </dgm:pt>
  </dgm:ptLst>
  <dgm:cxnLst>
    <dgm:cxn modelId="{F50F210E-66F1-4409-965E-ACBCE8F762DA}" type="presOf" srcId="{874BC5F1-2188-44A7-A130-AB101AFA67CC}" destId="{892DF59E-12C9-4B8E-BB0B-F2E4DC46F6ED}" srcOrd="0" destOrd="0" presId="urn:microsoft.com/office/officeart/2005/8/layout/vList2"/>
    <dgm:cxn modelId="{F82B72DC-A791-4EDF-92E7-9E8DE9601E8E}" type="presOf" srcId="{62CE4C12-BB71-4F3E-95CC-4CCD06419C47}" destId="{D761ED73-DD17-4EC5-864E-A23C4D776566}" srcOrd="0" destOrd="0" presId="urn:microsoft.com/office/officeart/2005/8/layout/vList2"/>
    <dgm:cxn modelId="{449968F5-3105-4945-B864-F0A245C681A7}" srcId="{874BC5F1-2188-44A7-A130-AB101AFA67CC}" destId="{62CE4C12-BB71-4F3E-95CC-4CCD06419C47}" srcOrd="0" destOrd="0" parTransId="{C03BDAB2-974A-40C5-8BFF-5B8F1706E6F2}" sibTransId="{A9A30097-396B-4927-945E-E4B18D1A1A35}"/>
    <dgm:cxn modelId="{0FCAD9C1-0CEF-44A9-AD01-99B9DE99F032}" type="presParOf" srcId="{892DF59E-12C9-4B8E-BB0B-F2E4DC46F6ED}" destId="{D761ED73-DD17-4EC5-864E-A23C4D77656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E566DB-2D71-4319-9327-94084E7CB2E4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B297D7-4B24-42AF-98B3-8CF70A4819A4}">
      <dgm:prSet/>
      <dgm:spPr/>
      <dgm:t>
        <a:bodyPr/>
        <a:lstStyle/>
        <a:p>
          <a:r>
            <a:rPr lang="en-IN" b="1" dirty="0"/>
            <a:t>Bike Rented - Main Variable</a:t>
          </a:r>
        </a:p>
      </dgm:t>
    </dgm:pt>
    <dgm:pt modelId="{95E97753-41D8-4867-9752-D352A5BDA48A}" type="parTrans" cxnId="{EB507D91-DD2D-4E8B-85FA-614D227CC37F}">
      <dgm:prSet/>
      <dgm:spPr/>
      <dgm:t>
        <a:bodyPr/>
        <a:lstStyle/>
        <a:p>
          <a:endParaRPr lang="en-IN"/>
        </a:p>
      </dgm:t>
    </dgm:pt>
    <dgm:pt modelId="{A015AE5C-450C-4BC0-9166-A02B567AB3C3}" type="sibTrans" cxnId="{EB507D91-DD2D-4E8B-85FA-614D227CC37F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endParaRPr lang="en-IN"/>
        </a:p>
      </dgm:t>
    </dgm:pt>
    <dgm:pt modelId="{9CBE8F6F-F75D-47BF-9539-A3970D283CCE}">
      <dgm:prSet/>
      <dgm:spPr/>
      <dgm:t>
        <a:bodyPr/>
        <a:lstStyle/>
        <a:p>
          <a:r>
            <a:rPr lang="en-IN" b="1" dirty="0"/>
            <a:t>There are multiple variables such as temperature, humidity, solar radiation etc.</a:t>
          </a:r>
        </a:p>
      </dgm:t>
    </dgm:pt>
    <dgm:pt modelId="{C6A81605-E179-4CF5-8E2F-87B3CC7D1628}" type="parTrans" cxnId="{290C42E0-9F64-4D1F-8262-914957DD221D}">
      <dgm:prSet/>
      <dgm:spPr/>
      <dgm:t>
        <a:bodyPr/>
        <a:lstStyle/>
        <a:p>
          <a:endParaRPr lang="en-IN"/>
        </a:p>
      </dgm:t>
    </dgm:pt>
    <dgm:pt modelId="{8411304E-5731-4B05-B533-E2EEA4E6D5F2}" type="sibTrans" cxnId="{290C42E0-9F64-4D1F-8262-914957DD221D}">
      <dgm:prSet/>
      <dgm:spPr/>
      <dgm:t>
        <a:bodyPr/>
        <a:lstStyle/>
        <a:p>
          <a:endParaRPr lang="en-IN"/>
        </a:p>
      </dgm:t>
    </dgm:pt>
    <dgm:pt modelId="{CC18B4C8-A59C-4B7F-B523-48DE29FCACA7}">
      <dgm:prSet/>
      <dgm:spPr/>
      <dgm:t>
        <a:bodyPr/>
        <a:lstStyle/>
        <a:p>
          <a:r>
            <a:rPr lang="en-IN" b="1" dirty="0"/>
            <a:t>Hour, in 24 hour format, indicating the hour of the day</a:t>
          </a:r>
        </a:p>
      </dgm:t>
    </dgm:pt>
    <dgm:pt modelId="{D112B7B5-553B-4814-B2D1-679FF435022B}" type="parTrans" cxnId="{F6AFDFAD-1CC5-4C15-B428-96207DE93240}">
      <dgm:prSet/>
      <dgm:spPr/>
      <dgm:t>
        <a:bodyPr/>
        <a:lstStyle/>
        <a:p>
          <a:endParaRPr lang="en-IN"/>
        </a:p>
      </dgm:t>
    </dgm:pt>
    <dgm:pt modelId="{8E237BD3-3344-475E-A54A-6F456384E994}" type="sibTrans" cxnId="{F6AFDFAD-1CC5-4C15-B428-96207DE93240}">
      <dgm:prSet/>
      <dgm:spPr/>
      <dgm:t>
        <a:bodyPr/>
        <a:lstStyle/>
        <a:p>
          <a:endParaRPr lang="en-IN"/>
        </a:p>
      </dgm:t>
    </dgm:pt>
    <dgm:pt modelId="{9F995D45-6276-461B-A020-4ABDAF7A0711}">
      <dgm:prSet/>
      <dgm:spPr/>
      <dgm:t>
        <a:bodyPr/>
        <a:lstStyle/>
        <a:p>
          <a:r>
            <a:rPr lang="en-IN" b="1" dirty="0"/>
            <a:t>Branched by seasons</a:t>
          </a:r>
        </a:p>
      </dgm:t>
    </dgm:pt>
    <dgm:pt modelId="{1B9E8701-E3FA-447D-9930-FB6143A2D9DE}" type="parTrans" cxnId="{3BD2728B-F735-4894-A6D8-9C36CD471413}">
      <dgm:prSet/>
      <dgm:spPr/>
      <dgm:t>
        <a:bodyPr/>
        <a:lstStyle/>
        <a:p>
          <a:endParaRPr lang="en-IN"/>
        </a:p>
      </dgm:t>
    </dgm:pt>
    <dgm:pt modelId="{FAC8683C-E59F-4071-9823-E07DC5134243}" type="sibTrans" cxnId="{3BD2728B-F735-4894-A6D8-9C36CD471413}">
      <dgm:prSet/>
      <dgm:spPr/>
      <dgm:t>
        <a:bodyPr/>
        <a:lstStyle/>
        <a:p>
          <a:endParaRPr lang="en-IN"/>
        </a:p>
      </dgm:t>
    </dgm:pt>
    <dgm:pt modelId="{ED967B8D-5CA4-4868-92A9-2B808864B3AB}">
      <dgm:prSet/>
      <dgm:spPr/>
      <dgm:t>
        <a:bodyPr/>
        <a:lstStyle/>
        <a:p>
          <a:r>
            <a:rPr lang="en-IN" b="1" dirty="0"/>
            <a:t>Working days and holidays mentioned</a:t>
          </a:r>
        </a:p>
      </dgm:t>
    </dgm:pt>
    <dgm:pt modelId="{7BD11961-97A9-4995-8588-A36AF62C5433}" type="parTrans" cxnId="{49BF7CC4-6E31-41DC-AF28-C5EA5866E089}">
      <dgm:prSet/>
      <dgm:spPr/>
      <dgm:t>
        <a:bodyPr/>
        <a:lstStyle/>
        <a:p>
          <a:endParaRPr lang="en-IN"/>
        </a:p>
      </dgm:t>
    </dgm:pt>
    <dgm:pt modelId="{0DBDC878-3439-4CE8-8E85-2065AC8A8A96}" type="sibTrans" cxnId="{49BF7CC4-6E31-41DC-AF28-C5EA5866E089}">
      <dgm:prSet/>
      <dgm:spPr/>
      <dgm:t>
        <a:bodyPr/>
        <a:lstStyle/>
        <a:p>
          <a:endParaRPr lang="en-IN"/>
        </a:p>
      </dgm:t>
    </dgm:pt>
    <dgm:pt modelId="{A08948DD-7A3F-4E20-97D1-370AE3B0FB47}" type="pres">
      <dgm:prSet presAssocID="{65E566DB-2D71-4319-9327-94084E7CB2E4}" presName="Name0" presStyleCnt="0">
        <dgm:presLayoutVars>
          <dgm:chMax val="7"/>
          <dgm:chPref val="7"/>
          <dgm:dir/>
        </dgm:presLayoutVars>
      </dgm:prSet>
      <dgm:spPr/>
    </dgm:pt>
    <dgm:pt modelId="{C1FA4FE7-3EF4-4540-8BD4-3799BDAC42C8}" type="pres">
      <dgm:prSet presAssocID="{65E566DB-2D71-4319-9327-94084E7CB2E4}" presName="Name1" presStyleCnt="0"/>
      <dgm:spPr/>
    </dgm:pt>
    <dgm:pt modelId="{1A49517B-90B5-4969-9C5F-2E45954A64FE}" type="pres">
      <dgm:prSet presAssocID="{65E566DB-2D71-4319-9327-94084E7CB2E4}" presName="cycle" presStyleCnt="0"/>
      <dgm:spPr/>
    </dgm:pt>
    <dgm:pt modelId="{235E0649-3913-4D11-9513-341CFDAE65B6}" type="pres">
      <dgm:prSet presAssocID="{65E566DB-2D71-4319-9327-94084E7CB2E4}" presName="srcNode" presStyleLbl="node1" presStyleIdx="0" presStyleCnt="5"/>
      <dgm:spPr/>
    </dgm:pt>
    <dgm:pt modelId="{EAA0AB62-E595-4224-950B-976DB7D7305A}" type="pres">
      <dgm:prSet presAssocID="{65E566DB-2D71-4319-9327-94084E7CB2E4}" presName="conn" presStyleLbl="parChTrans1D2" presStyleIdx="0" presStyleCnt="1"/>
      <dgm:spPr/>
    </dgm:pt>
    <dgm:pt modelId="{FF9C3050-6DF2-40C7-806C-109C84272851}" type="pres">
      <dgm:prSet presAssocID="{65E566DB-2D71-4319-9327-94084E7CB2E4}" presName="extraNode" presStyleLbl="node1" presStyleIdx="0" presStyleCnt="5"/>
      <dgm:spPr/>
    </dgm:pt>
    <dgm:pt modelId="{1964496E-AD5D-4CDB-BF4C-826A93F2C7E3}" type="pres">
      <dgm:prSet presAssocID="{65E566DB-2D71-4319-9327-94084E7CB2E4}" presName="dstNode" presStyleLbl="node1" presStyleIdx="0" presStyleCnt="5"/>
      <dgm:spPr/>
    </dgm:pt>
    <dgm:pt modelId="{BA2D2E95-A8EF-482F-AC41-9185AD242ECB}" type="pres">
      <dgm:prSet presAssocID="{5CB297D7-4B24-42AF-98B3-8CF70A4819A4}" presName="text_1" presStyleLbl="node1" presStyleIdx="0" presStyleCnt="5">
        <dgm:presLayoutVars>
          <dgm:bulletEnabled val="1"/>
        </dgm:presLayoutVars>
      </dgm:prSet>
      <dgm:spPr/>
    </dgm:pt>
    <dgm:pt modelId="{EEE82264-D7F4-4B5B-8751-985221BCB625}" type="pres">
      <dgm:prSet presAssocID="{5CB297D7-4B24-42AF-98B3-8CF70A4819A4}" presName="accent_1" presStyleCnt="0"/>
      <dgm:spPr/>
    </dgm:pt>
    <dgm:pt modelId="{BEE8A426-51C1-4E34-81C2-833013E6B785}" type="pres">
      <dgm:prSet presAssocID="{5CB297D7-4B24-42AF-98B3-8CF70A4819A4}" presName="accentRepeatNode" presStyleLbl="solidFgAcc1" presStyleIdx="0" presStyleCnt="5"/>
      <dgm:spPr>
        <a:solidFill>
          <a:schemeClr val="accent1">
            <a:lumMod val="50000"/>
          </a:schemeClr>
        </a:solidFill>
        <a:ln>
          <a:solidFill>
            <a:schemeClr val="accent1">
              <a:lumMod val="50000"/>
            </a:schemeClr>
          </a:solidFill>
        </a:ln>
      </dgm:spPr>
    </dgm:pt>
    <dgm:pt modelId="{D4DC6F32-D98B-44D8-982E-47FA72A610C8}" type="pres">
      <dgm:prSet presAssocID="{9CBE8F6F-F75D-47BF-9539-A3970D283CCE}" presName="text_2" presStyleLbl="node1" presStyleIdx="1" presStyleCnt="5">
        <dgm:presLayoutVars>
          <dgm:bulletEnabled val="1"/>
        </dgm:presLayoutVars>
      </dgm:prSet>
      <dgm:spPr/>
    </dgm:pt>
    <dgm:pt modelId="{3B51C6F3-F977-41EC-B2E6-DEB60B9AABCF}" type="pres">
      <dgm:prSet presAssocID="{9CBE8F6F-F75D-47BF-9539-A3970D283CCE}" presName="accent_2" presStyleCnt="0"/>
      <dgm:spPr/>
    </dgm:pt>
    <dgm:pt modelId="{EF33ACB9-03BA-4895-B19C-E5B760CBEA31}" type="pres">
      <dgm:prSet presAssocID="{9CBE8F6F-F75D-47BF-9539-A3970D283CCE}" presName="accentRepeatNode" presStyleLbl="solidFgAcc1" presStyleIdx="1" presStyleCnt="5"/>
      <dgm:spPr>
        <a:solidFill>
          <a:schemeClr val="accent1">
            <a:lumMod val="50000"/>
          </a:schemeClr>
        </a:solidFill>
      </dgm:spPr>
    </dgm:pt>
    <dgm:pt modelId="{3F99B91B-558F-45D8-B425-32841DABC361}" type="pres">
      <dgm:prSet presAssocID="{CC18B4C8-A59C-4B7F-B523-48DE29FCACA7}" presName="text_3" presStyleLbl="node1" presStyleIdx="2" presStyleCnt="5">
        <dgm:presLayoutVars>
          <dgm:bulletEnabled val="1"/>
        </dgm:presLayoutVars>
      </dgm:prSet>
      <dgm:spPr/>
    </dgm:pt>
    <dgm:pt modelId="{977CB159-1EB3-47EF-9B23-F8C62F06297D}" type="pres">
      <dgm:prSet presAssocID="{CC18B4C8-A59C-4B7F-B523-48DE29FCACA7}" presName="accent_3" presStyleCnt="0"/>
      <dgm:spPr/>
    </dgm:pt>
    <dgm:pt modelId="{AE7333C6-4718-4ED2-B7A5-31736AC36D49}" type="pres">
      <dgm:prSet presAssocID="{CC18B4C8-A59C-4B7F-B523-48DE29FCACA7}" presName="accentRepeatNode" presStyleLbl="solidFgAcc1" presStyleIdx="2" presStyleCnt="5"/>
      <dgm:spPr>
        <a:solidFill>
          <a:schemeClr val="accent1">
            <a:lumMod val="50000"/>
          </a:schemeClr>
        </a:solidFill>
      </dgm:spPr>
    </dgm:pt>
    <dgm:pt modelId="{8C6CB5F4-32E9-426E-A087-12C319F76877}" type="pres">
      <dgm:prSet presAssocID="{9F995D45-6276-461B-A020-4ABDAF7A0711}" presName="text_4" presStyleLbl="node1" presStyleIdx="3" presStyleCnt="5">
        <dgm:presLayoutVars>
          <dgm:bulletEnabled val="1"/>
        </dgm:presLayoutVars>
      </dgm:prSet>
      <dgm:spPr/>
    </dgm:pt>
    <dgm:pt modelId="{6AEE4EB5-E740-45DD-BBA1-ED91681F602F}" type="pres">
      <dgm:prSet presAssocID="{9F995D45-6276-461B-A020-4ABDAF7A0711}" presName="accent_4" presStyleCnt="0"/>
      <dgm:spPr/>
    </dgm:pt>
    <dgm:pt modelId="{CEF0A2D4-AF05-467E-9D3F-382BB9187A41}" type="pres">
      <dgm:prSet presAssocID="{9F995D45-6276-461B-A020-4ABDAF7A0711}" presName="accentRepeatNode" presStyleLbl="solidFgAcc1" presStyleIdx="3" presStyleCnt="5"/>
      <dgm:spPr>
        <a:solidFill>
          <a:schemeClr val="accent1">
            <a:lumMod val="50000"/>
          </a:schemeClr>
        </a:solidFill>
      </dgm:spPr>
    </dgm:pt>
    <dgm:pt modelId="{546B990D-1A91-4C81-9D94-E7E550D467EA}" type="pres">
      <dgm:prSet presAssocID="{ED967B8D-5CA4-4868-92A9-2B808864B3AB}" presName="text_5" presStyleLbl="node1" presStyleIdx="4" presStyleCnt="5">
        <dgm:presLayoutVars>
          <dgm:bulletEnabled val="1"/>
        </dgm:presLayoutVars>
      </dgm:prSet>
      <dgm:spPr/>
    </dgm:pt>
    <dgm:pt modelId="{39590063-1DB8-4DFE-A77F-EF23B4DAB067}" type="pres">
      <dgm:prSet presAssocID="{ED967B8D-5CA4-4868-92A9-2B808864B3AB}" presName="accent_5" presStyleCnt="0"/>
      <dgm:spPr/>
    </dgm:pt>
    <dgm:pt modelId="{4C9642A6-6802-4108-97AD-4DE4916AA7E0}" type="pres">
      <dgm:prSet presAssocID="{ED967B8D-5CA4-4868-92A9-2B808864B3AB}" presName="accentRepeatNode" presStyleLbl="solidFgAcc1" presStyleIdx="4" presStyleCnt="5"/>
      <dgm:spPr>
        <a:solidFill>
          <a:schemeClr val="accent1">
            <a:lumMod val="50000"/>
          </a:schemeClr>
        </a:solidFill>
      </dgm:spPr>
    </dgm:pt>
  </dgm:ptLst>
  <dgm:cxnLst>
    <dgm:cxn modelId="{CDA3981F-A758-42FB-8FA0-B41F3B9FBC0A}" type="presOf" srcId="{9CBE8F6F-F75D-47BF-9539-A3970D283CCE}" destId="{D4DC6F32-D98B-44D8-982E-47FA72A610C8}" srcOrd="0" destOrd="0" presId="urn:microsoft.com/office/officeart/2008/layout/VerticalCurvedList"/>
    <dgm:cxn modelId="{84E51526-8ACA-4DE5-956A-61F1F6827EBE}" type="presOf" srcId="{ED967B8D-5CA4-4868-92A9-2B808864B3AB}" destId="{546B990D-1A91-4C81-9D94-E7E550D467EA}" srcOrd="0" destOrd="0" presId="urn:microsoft.com/office/officeart/2008/layout/VerticalCurvedList"/>
    <dgm:cxn modelId="{0ED6A33A-3CF6-49A1-9B23-5672D43463F2}" type="presOf" srcId="{5CB297D7-4B24-42AF-98B3-8CF70A4819A4}" destId="{BA2D2E95-A8EF-482F-AC41-9185AD242ECB}" srcOrd="0" destOrd="0" presId="urn:microsoft.com/office/officeart/2008/layout/VerticalCurvedList"/>
    <dgm:cxn modelId="{9763745E-3BC9-4EC0-937B-EB7BFA51C6C5}" type="presOf" srcId="{9F995D45-6276-461B-A020-4ABDAF7A0711}" destId="{8C6CB5F4-32E9-426E-A087-12C319F76877}" srcOrd="0" destOrd="0" presId="urn:microsoft.com/office/officeart/2008/layout/VerticalCurvedList"/>
    <dgm:cxn modelId="{2D1A0455-A761-44F4-91CF-34D04D600CB9}" type="presOf" srcId="{A015AE5C-450C-4BC0-9166-A02B567AB3C3}" destId="{EAA0AB62-E595-4224-950B-976DB7D7305A}" srcOrd="0" destOrd="0" presId="urn:microsoft.com/office/officeart/2008/layout/VerticalCurvedList"/>
    <dgm:cxn modelId="{3BD2728B-F735-4894-A6D8-9C36CD471413}" srcId="{65E566DB-2D71-4319-9327-94084E7CB2E4}" destId="{9F995D45-6276-461B-A020-4ABDAF7A0711}" srcOrd="3" destOrd="0" parTransId="{1B9E8701-E3FA-447D-9930-FB6143A2D9DE}" sibTransId="{FAC8683C-E59F-4071-9823-E07DC5134243}"/>
    <dgm:cxn modelId="{EB507D91-DD2D-4E8B-85FA-614D227CC37F}" srcId="{65E566DB-2D71-4319-9327-94084E7CB2E4}" destId="{5CB297D7-4B24-42AF-98B3-8CF70A4819A4}" srcOrd="0" destOrd="0" parTransId="{95E97753-41D8-4867-9752-D352A5BDA48A}" sibTransId="{A015AE5C-450C-4BC0-9166-A02B567AB3C3}"/>
    <dgm:cxn modelId="{F6AFDFAD-1CC5-4C15-B428-96207DE93240}" srcId="{65E566DB-2D71-4319-9327-94084E7CB2E4}" destId="{CC18B4C8-A59C-4B7F-B523-48DE29FCACA7}" srcOrd="2" destOrd="0" parTransId="{D112B7B5-553B-4814-B2D1-679FF435022B}" sibTransId="{8E237BD3-3344-475E-A54A-6F456384E994}"/>
    <dgm:cxn modelId="{49BF7CC4-6E31-41DC-AF28-C5EA5866E089}" srcId="{65E566DB-2D71-4319-9327-94084E7CB2E4}" destId="{ED967B8D-5CA4-4868-92A9-2B808864B3AB}" srcOrd="4" destOrd="0" parTransId="{7BD11961-97A9-4995-8588-A36AF62C5433}" sibTransId="{0DBDC878-3439-4CE8-8E85-2065AC8A8A96}"/>
    <dgm:cxn modelId="{290C42E0-9F64-4D1F-8262-914957DD221D}" srcId="{65E566DB-2D71-4319-9327-94084E7CB2E4}" destId="{9CBE8F6F-F75D-47BF-9539-A3970D283CCE}" srcOrd="1" destOrd="0" parTransId="{C6A81605-E179-4CF5-8E2F-87B3CC7D1628}" sibTransId="{8411304E-5731-4B05-B533-E2EEA4E6D5F2}"/>
    <dgm:cxn modelId="{ACFDC2FB-D0E7-4F04-96A9-18B0E625C755}" type="presOf" srcId="{CC18B4C8-A59C-4B7F-B523-48DE29FCACA7}" destId="{3F99B91B-558F-45D8-B425-32841DABC361}" srcOrd="0" destOrd="0" presId="urn:microsoft.com/office/officeart/2008/layout/VerticalCurvedList"/>
    <dgm:cxn modelId="{01F469FC-916F-423A-BE76-5B10AD21F6D1}" type="presOf" srcId="{65E566DB-2D71-4319-9327-94084E7CB2E4}" destId="{A08948DD-7A3F-4E20-97D1-370AE3B0FB47}" srcOrd="0" destOrd="0" presId="urn:microsoft.com/office/officeart/2008/layout/VerticalCurvedList"/>
    <dgm:cxn modelId="{B0874E22-24E6-485F-BBE5-9A50A42B5027}" type="presParOf" srcId="{A08948DD-7A3F-4E20-97D1-370AE3B0FB47}" destId="{C1FA4FE7-3EF4-4540-8BD4-3799BDAC42C8}" srcOrd="0" destOrd="0" presId="urn:microsoft.com/office/officeart/2008/layout/VerticalCurvedList"/>
    <dgm:cxn modelId="{766821A1-FF9A-443B-AFA2-7A9AD02EABF2}" type="presParOf" srcId="{C1FA4FE7-3EF4-4540-8BD4-3799BDAC42C8}" destId="{1A49517B-90B5-4969-9C5F-2E45954A64FE}" srcOrd="0" destOrd="0" presId="urn:microsoft.com/office/officeart/2008/layout/VerticalCurvedList"/>
    <dgm:cxn modelId="{B6D979CF-EE45-4904-8884-4A47676BD336}" type="presParOf" srcId="{1A49517B-90B5-4969-9C5F-2E45954A64FE}" destId="{235E0649-3913-4D11-9513-341CFDAE65B6}" srcOrd="0" destOrd="0" presId="urn:microsoft.com/office/officeart/2008/layout/VerticalCurvedList"/>
    <dgm:cxn modelId="{7568FAA9-4C33-4988-BE71-36F6749D8DAF}" type="presParOf" srcId="{1A49517B-90B5-4969-9C5F-2E45954A64FE}" destId="{EAA0AB62-E595-4224-950B-976DB7D7305A}" srcOrd="1" destOrd="0" presId="urn:microsoft.com/office/officeart/2008/layout/VerticalCurvedList"/>
    <dgm:cxn modelId="{601BC912-F88C-451D-A7DB-F7085238EFEE}" type="presParOf" srcId="{1A49517B-90B5-4969-9C5F-2E45954A64FE}" destId="{FF9C3050-6DF2-40C7-806C-109C84272851}" srcOrd="2" destOrd="0" presId="urn:microsoft.com/office/officeart/2008/layout/VerticalCurvedList"/>
    <dgm:cxn modelId="{829B1970-A85C-450C-AEBC-46BC86A94262}" type="presParOf" srcId="{1A49517B-90B5-4969-9C5F-2E45954A64FE}" destId="{1964496E-AD5D-4CDB-BF4C-826A93F2C7E3}" srcOrd="3" destOrd="0" presId="urn:microsoft.com/office/officeart/2008/layout/VerticalCurvedList"/>
    <dgm:cxn modelId="{8295B4E2-1ED6-4C50-8C9F-46613F88D315}" type="presParOf" srcId="{C1FA4FE7-3EF4-4540-8BD4-3799BDAC42C8}" destId="{BA2D2E95-A8EF-482F-AC41-9185AD242ECB}" srcOrd="1" destOrd="0" presId="urn:microsoft.com/office/officeart/2008/layout/VerticalCurvedList"/>
    <dgm:cxn modelId="{EA42270E-4270-4A85-ADBB-C4BAF87D8ABA}" type="presParOf" srcId="{C1FA4FE7-3EF4-4540-8BD4-3799BDAC42C8}" destId="{EEE82264-D7F4-4B5B-8751-985221BCB625}" srcOrd="2" destOrd="0" presId="urn:microsoft.com/office/officeart/2008/layout/VerticalCurvedList"/>
    <dgm:cxn modelId="{ACE0D111-FE24-496F-BCEC-980290AE1FBF}" type="presParOf" srcId="{EEE82264-D7F4-4B5B-8751-985221BCB625}" destId="{BEE8A426-51C1-4E34-81C2-833013E6B785}" srcOrd="0" destOrd="0" presId="urn:microsoft.com/office/officeart/2008/layout/VerticalCurvedList"/>
    <dgm:cxn modelId="{672259BB-4E2B-42C2-A9D6-5DA152FC0FC6}" type="presParOf" srcId="{C1FA4FE7-3EF4-4540-8BD4-3799BDAC42C8}" destId="{D4DC6F32-D98B-44D8-982E-47FA72A610C8}" srcOrd="3" destOrd="0" presId="urn:microsoft.com/office/officeart/2008/layout/VerticalCurvedList"/>
    <dgm:cxn modelId="{EA52AEA0-79EC-4D1F-A163-6306299B2182}" type="presParOf" srcId="{C1FA4FE7-3EF4-4540-8BD4-3799BDAC42C8}" destId="{3B51C6F3-F977-41EC-B2E6-DEB60B9AABCF}" srcOrd="4" destOrd="0" presId="urn:microsoft.com/office/officeart/2008/layout/VerticalCurvedList"/>
    <dgm:cxn modelId="{05518C11-E620-43C3-B6B1-C4F320CF238B}" type="presParOf" srcId="{3B51C6F3-F977-41EC-B2E6-DEB60B9AABCF}" destId="{EF33ACB9-03BA-4895-B19C-E5B760CBEA31}" srcOrd="0" destOrd="0" presId="urn:microsoft.com/office/officeart/2008/layout/VerticalCurvedList"/>
    <dgm:cxn modelId="{37DE3101-0EAF-4FAF-8AF8-057B7253FC5E}" type="presParOf" srcId="{C1FA4FE7-3EF4-4540-8BD4-3799BDAC42C8}" destId="{3F99B91B-558F-45D8-B425-32841DABC361}" srcOrd="5" destOrd="0" presId="urn:microsoft.com/office/officeart/2008/layout/VerticalCurvedList"/>
    <dgm:cxn modelId="{235432AC-8CCE-4525-A885-0D9B27D03618}" type="presParOf" srcId="{C1FA4FE7-3EF4-4540-8BD4-3799BDAC42C8}" destId="{977CB159-1EB3-47EF-9B23-F8C62F06297D}" srcOrd="6" destOrd="0" presId="urn:microsoft.com/office/officeart/2008/layout/VerticalCurvedList"/>
    <dgm:cxn modelId="{AD915A25-0821-4BF9-BFA5-6DB7A44F2818}" type="presParOf" srcId="{977CB159-1EB3-47EF-9B23-F8C62F06297D}" destId="{AE7333C6-4718-4ED2-B7A5-31736AC36D49}" srcOrd="0" destOrd="0" presId="urn:microsoft.com/office/officeart/2008/layout/VerticalCurvedList"/>
    <dgm:cxn modelId="{AD16092A-2B1E-47DB-908C-F2E9F84EE25C}" type="presParOf" srcId="{C1FA4FE7-3EF4-4540-8BD4-3799BDAC42C8}" destId="{8C6CB5F4-32E9-426E-A087-12C319F76877}" srcOrd="7" destOrd="0" presId="urn:microsoft.com/office/officeart/2008/layout/VerticalCurvedList"/>
    <dgm:cxn modelId="{8DC36B51-BE1B-4D3E-B74C-1B873CB66124}" type="presParOf" srcId="{C1FA4FE7-3EF4-4540-8BD4-3799BDAC42C8}" destId="{6AEE4EB5-E740-45DD-BBA1-ED91681F602F}" srcOrd="8" destOrd="0" presId="urn:microsoft.com/office/officeart/2008/layout/VerticalCurvedList"/>
    <dgm:cxn modelId="{9BBEEA16-0B9A-43B6-BB83-82DA6068ED54}" type="presParOf" srcId="{6AEE4EB5-E740-45DD-BBA1-ED91681F602F}" destId="{CEF0A2D4-AF05-467E-9D3F-382BB9187A41}" srcOrd="0" destOrd="0" presId="urn:microsoft.com/office/officeart/2008/layout/VerticalCurvedList"/>
    <dgm:cxn modelId="{D467D1B8-0A5B-41DC-94BC-025174563404}" type="presParOf" srcId="{C1FA4FE7-3EF4-4540-8BD4-3799BDAC42C8}" destId="{546B990D-1A91-4C81-9D94-E7E550D467EA}" srcOrd="9" destOrd="0" presId="urn:microsoft.com/office/officeart/2008/layout/VerticalCurvedList"/>
    <dgm:cxn modelId="{71B46EBB-702D-43B4-8B7A-2A54A6F29A79}" type="presParOf" srcId="{C1FA4FE7-3EF4-4540-8BD4-3799BDAC42C8}" destId="{39590063-1DB8-4DFE-A77F-EF23B4DAB067}" srcOrd="10" destOrd="0" presId="urn:microsoft.com/office/officeart/2008/layout/VerticalCurvedList"/>
    <dgm:cxn modelId="{8F7744C8-F3C7-49BB-8756-F0F413D2F19A}" type="presParOf" srcId="{39590063-1DB8-4DFE-A77F-EF23B4DAB067}" destId="{4C9642A6-6802-4108-97AD-4DE4916AA7E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C9C770-AA48-472B-B098-93EE684461F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EB0DC87-4694-4312-AB28-CFF4458CCEC0}">
      <dgm:prSet/>
      <dgm:spPr/>
      <dgm:t>
        <a:bodyPr/>
        <a:lstStyle/>
        <a:p>
          <a:r>
            <a:rPr lang="en-US"/>
            <a:t>Bike rentals are highest in Summer and Autumn</a:t>
          </a:r>
          <a:endParaRPr lang="en-IN"/>
        </a:p>
      </dgm:t>
    </dgm:pt>
    <dgm:pt modelId="{2E6B18B3-F994-4AF2-8E6A-D41C4E15CAA9}" type="parTrans" cxnId="{810B5145-24A3-4AB7-BCE7-9F950FC5FD7B}">
      <dgm:prSet/>
      <dgm:spPr/>
      <dgm:t>
        <a:bodyPr/>
        <a:lstStyle/>
        <a:p>
          <a:endParaRPr lang="en-IN"/>
        </a:p>
      </dgm:t>
    </dgm:pt>
    <dgm:pt modelId="{68757B76-E232-48EF-B9FC-AA261630B652}" type="sibTrans" cxnId="{810B5145-24A3-4AB7-BCE7-9F950FC5FD7B}">
      <dgm:prSet/>
      <dgm:spPr/>
      <dgm:t>
        <a:bodyPr/>
        <a:lstStyle/>
        <a:p>
          <a:endParaRPr lang="en-IN"/>
        </a:p>
      </dgm:t>
    </dgm:pt>
    <dgm:pt modelId="{69D1F19A-1F5E-4FC7-B080-174D4E99F3F1}">
      <dgm:prSet/>
      <dgm:spPr/>
      <dgm:t>
        <a:bodyPr/>
        <a:lstStyle/>
        <a:p>
          <a:r>
            <a:rPr lang="en-US"/>
            <a:t>Winter shows the lowest demand with limited high values</a:t>
          </a:r>
          <a:endParaRPr lang="en-IN"/>
        </a:p>
      </dgm:t>
    </dgm:pt>
    <dgm:pt modelId="{2CC5ACB2-2DAB-41C8-9E1B-B291CABD3E62}" type="parTrans" cxnId="{223644C2-DE81-4406-9358-3B2319535BA6}">
      <dgm:prSet/>
      <dgm:spPr/>
      <dgm:t>
        <a:bodyPr/>
        <a:lstStyle/>
        <a:p>
          <a:endParaRPr lang="en-IN"/>
        </a:p>
      </dgm:t>
    </dgm:pt>
    <dgm:pt modelId="{55A6767F-A0B2-48CE-9A07-CD506B9B7560}" type="sibTrans" cxnId="{223644C2-DE81-4406-9358-3B2319535BA6}">
      <dgm:prSet/>
      <dgm:spPr/>
      <dgm:t>
        <a:bodyPr/>
        <a:lstStyle/>
        <a:p>
          <a:endParaRPr lang="en-IN"/>
        </a:p>
      </dgm:t>
    </dgm:pt>
    <dgm:pt modelId="{0B07E63B-7353-48AE-A1A1-D79EE8AF41C3}">
      <dgm:prSet/>
      <dgm:spPr/>
      <dgm:t>
        <a:bodyPr/>
        <a:lstStyle/>
        <a:p>
          <a:r>
            <a:rPr lang="en-US"/>
            <a:t>Spring shows moderate demand with gradual increase</a:t>
          </a:r>
          <a:endParaRPr lang="en-IN"/>
        </a:p>
      </dgm:t>
    </dgm:pt>
    <dgm:pt modelId="{014D1759-1252-4AC8-97BC-9F8C1F594524}" type="parTrans" cxnId="{BC532BBA-E266-45F5-B9B4-F626A23B0C32}">
      <dgm:prSet/>
      <dgm:spPr/>
      <dgm:t>
        <a:bodyPr/>
        <a:lstStyle/>
        <a:p>
          <a:endParaRPr lang="en-IN"/>
        </a:p>
      </dgm:t>
    </dgm:pt>
    <dgm:pt modelId="{0046103C-3D05-4339-804E-E25AED1CDC86}" type="sibTrans" cxnId="{BC532BBA-E266-45F5-B9B4-F626A23B0C32}">
      <dgm:prSet/>
      <dgm:spPr/>
      <dgm:t>
        <a:bodyPr/>
        <a:lstStyle/>
        <a:p>
          <a:endParaRPr lang="en-IN"/>
        </a:p>
      </dgm:t>
    </dgm:pt>
    <dgm:pt modelId="{95008377-E021-4A9A-BB35-EA9C91D7B754}">
      <dgm:prSet/>
      <dgm:spPr/>
      <dgm:t>
        <a:bodyPr/>
        <a:lstStyle/>
        <a:p>
          <a:r>
            <a:rPr lang="en-US"/>
            <a:t>Distribution in Summer is wider </a:t>
          </a:r>
          <a:r>
            <a:rPr lang="en-IN"/>
            <a:t>which</a:t>
          </a:r>
          <a:r>
            <a:rPr lang="en-US"/>
            <a:t> indicates more variability and peak usage</a:t>
          </a:r>
          <a:endParaRPr lang="en-IN"/>
        </a:p>
      </dgm:t>
    </dgm:pt>
    <dgm:pt modelId="{7241DC2C-90FD-49CF-B8EF-1F9F42CCB281}" type="parTrans" cxnId="{CDDFC1ED-8591-4471-AFCA-3C6D6CAE4AF0}">
      <dgm:prSet/>
      <dgm:spPr/>
      <dgm:t>
        <a:bodyPr/>
        <a:lstStyle/>
        <a:p>
          <a:endParaRPr lang="en-IN"/>
        </a:p>
      </dgm:t>
    </dgm:pt>
    <dgm:pt modelId="{267A6605-1817-4431-93C4-FA362AF4304F}" type="sibTrans" cxnId="{CDDFC1ED-8591-4471-AFCA-3C6D6CAE4AF0}">
      <dgm:prSet/>
      <dgm:spPr/>
      <dgm:t>
        <a:bodyPr/>
        <a:lstStyle/>
        <a:p>
          <a:endParaRPr lang="en-IN"/>
        </a:p>
      </dgm:t>
    </dgm:pt>
    <dgm:pt modelId="{D561CB8F-9281-472C-A7CC-3D29E957FFD6}" type="pres">
      <dgm:prSet presAssocID="{7FC9C770-AA48-472B-B098-93EE684461F7}" presName="linearFlow" presStyleCnt="0">
        <dgm:presLayoutVars>
          <dgm:dir/>
          <dgm:resizeHandles val="exact"/>
        </dgm:presLayoutVars>
      </dgm:prSet>
      <dgm:spPr/>
    </dgm:pt>
    <dgm:pt modelId="{35E6D9E6-AC44-4EFD-A796-67AC13F9DA8B}" type="pres">
      <dgm:prSet presAssocID="{FEB0DC87-4694-4312-AB28-CFF4458CCEC0}" presName="composite" presStyleCnt="0"/>
      <dgm:spPr/>
    </dgm:pt>
    <dgm:pt modelId="{939D03D7-D9D3-4200-9007-7BE3B95EE9CB}" type="pres">
      <dgm:prSet presAssocID="{FEB0DC87-4694-4312-AB28-CFF4458CCEC0}" presName="imgShp" presStyleLbl="fgImgPlace1" presStyleIdx="0" presStyleCnt="4"/>
      <dgm:spPr>
        <a:solidFill>
          <a:schemeClr val="accent1">
            <a:lumMod val="50000"/>
          </a:schemeClr>
        </a:solidFill>
      </dgm:spPr>
    </dgm:pt>
    <dgm:pt modelId="{32FC24D2-1E68-42F0-8763-A1C659A7FE75}" type="pres">
      <dgm:prSet presAssocID="{FEB0DC87-4694-4312-AB28-CFF4458CCEC0}" presName="txShp" presStyleLbl="node1" presStyleIdx="0" presStyleCnt="4">
        <dgm:presLayoutVars>
          <dgm:bulletEnabled val="1"/>
        </dgm:presLayoutVars>
      </dgm:prSet>
      <dgm:spPr/>
    </dgm:pt>
    <dgm:pt modelId="{0A5A9576-B7A1-4D92-BC29-47BE9D8F950C}" type="pres">
      <dgm:prSet presAssocID="{68757B76-E232-48EF-B9FC-AA261630B652}" presName="spacing" presStyleCnt="0"/>
      <dgm:spPr/>
    </dgm:pt>
    <dgm:pt modelId="{1BC5A0A1-8B16-4DBA-BD9B-DD5A65458EDF}" type="pres">
      <dgm:prSet presAssocID="{69D1F19A-1F5E-4FC7-B080-174D4E99F3F1}" presName="composite" presStyleCnt="0"/>
      <dgm:spPr/>
    </dgm:pt>
    <dgm:pt modelId="{7F0690ED-AF51-43BC-923D-DDC980A1085F}" type="pres">
      <dgm:prSet presAssocID="{69D1F19A-1F5E-4FC7-B080-174D4E99F3F1}" presName="imgShp" presStyleLbl="fgImgPlace1" presStyleIdx="1" presStyleCnt="4"/>
      <dgm:spPr>
        <a:solidFill>
          <a:schemeClr val="accent1">
            <a:lumMod val="50000"/>
          </a:schemeClr>
        </a:solidFill>
      </dgm:spPr>
    </dgm:pt>
    <dgm:pt modelId="{CAE7C43F-3B7A-4B7C-8EDC-643F84999657}" type="pres">
      <dgm:prSet presAssocID="{69D1F19A-1F5E-4FC7-B080-174D4E99F3F1}" presName="txShp" presStyleLbl="node1" presStyleIdx="1" presStyleCnt="4">
        <dgm:presLayoutVars>
          <dgm:bulletEnabled val="1"/>
        </dgm:presLayoutVars>
      </dgm:prSet>
      <dgm:spPr/>
    </dgm:pt>
    <dgm:pt modelId="{D84D6A2B-FFBC-4226-A703-CF15AAF2C572}" type="pres">
      <dgm:prSet presAssocID="{55A6767F-A0B2-48CE-9A07-CD506B9B7560}" presName="spacing" presStyleCnt="0"/>
      <dgm:spPr/>
    </dgm:pt>
    <dgm:pt modelId="{A3DDEA75-C6D1-4DAD-AFB3-12C4E1298418}" type="pres">
      <dgm:prSet presAssocID="{0B07E63B-7353-48AE-A1A1-D79EE8AF41C3}" presName="composite" presStyleCnt="0"/>
      <dgm:spPr/>
    </dgm:pt>
    <dgm:pt modelId="{FBC13F69-5577-48FA-8416-DE836D3371DA}" type="pres">
      <dgm:prSet presAssocID="{0B07E63B-7353-48AE-A1A1-D79EE8AF41C3}" presName="imgShp" presStyleLbl="fgImgPlace1" presStyleIdx="2" presStyleCnt="4"/>
      <dgm:spPr>
        <a:solidFill>
          <a:schemeClr val="accent1">
            <a:lumMod val="50000"/>
          </a:schemeClr>
        </a:solidFill>
      </dgm:spPr>
    </dgm:pt>
    <dgm:pt modelId="{E62FE2F7-D3EC-475F-A220-2D3DDAB17D3E}" type="pres">
      <dgm:prSet presAssocID="{0B07E63B-7353-48AE-A1A1-D79EE8AF41C3}" presName="txShp" presStyleLbl="node1" presStyleIdx="2" presStyleCnt="4">
        <dgm:presLayoutVars>
          <dgm:bulletEnabled val="1"/>
        </dgm:presLayoutVars>
      </dgm:prSet>
      <dgm:spPr/>
    </dgm:pt>
    <dgm:pt modelId="{D09E05D0-B6B6-4723-AA1D-FAB1F772631A}" type="pres">
      <dgm:prSet presAssocID="{0046103C-3D05-4339-804E-E25AED1CDC86}" presName="spacing" presStyleCnt="0"/>
      <dgm:spPr/>
    </dgm:pt>
    <dgm:pt modelId="{169FE3FF-2348-496C-8DFD-21D449BA42B1}" type="pres">
      <dgm:prSet presAssocID="{95008377-E021-4A9A-BB35-EA9C91D7B754}" presName="composite" presStyleCnt="0"/>
      <dgm:spPr/>
    </dgm:pt>
    <dgm:pt modelId="{B16F4079-BD68-419B-B0CA-4C8844CED00F}" type="pres">
      <dgm:prSet presAssocID="{95008377-E021-4A9A-BB35-EA9C91D7B754}" presName="imgShp" presStyleLbl="fgImgPlace1" presStyleIdx="3" presStyleCnt="4"/>
      <dgm:spPr>
        <a:solidFill>
          <a:schemeClr val="accent1">
            <a:lumMod val="50000"/>
          </a:schemeClr>
        </a:solidFill>
      </dgm:spPr>
    </dgm:pt>
    <dgm:pt modelId="{776BB214-0FB1-4FBA-8443-9E2A3266E7A5}" type="pres">
      <dgm:prSet presAssocID="{95008377-E021-4A9A-BB35-EA9C91D7B754}" presName="txShp" presStyleLbl="node1" presStyleIdx="3" presStyleCnt="4">
        <dgm:presLayoutVars>
          <dgm:bulletEnabled val="1"/>
        </dgm:presLayoutVars>
      </dgm:prSet>
      <dgm:spPr/>
    </dgm:pt>
  </dgm:ptLst>
  <dgm:cxnLst>
    <dgm:cxn modelId="{4BF76811-21B0-4839-AA91-66D3111F406C}" type="presOf" srcId="{0B07E63B-7353-48AE-A1A1-D79EE8AF41C3}" destId="{E62FE2F7-D3EC-475F-A220-2D3DDAB17D3E}" srcOrd="0" destOrd="0" presId="urn:microsoft.com/office/officeart/2005/8/layout/vList3"/>
    <dgm:cxn modelId="{810B5145-24A3-4AB7-BCE7-9F950FC5FD7B}" srcId="{7FC9C770-AA48-472B-B098-93EE684461F7}" destId="{FEB0DC87-4694-4312-AB28-CFF4458CCEC0}" srcOrd="0" destOrd="0" parTransId="{2E6B18B3-F994-4AF2-8E6A-D41C4E15CAA9}" sibTransId="{68757B76-E232-48EF-B9FC-AA261630B652}"/>
    <dgm:cxn modelId="{3B256173-1CEA-4C6D-8402-328E0E56718E}" type="presOf" srcId="{69D1F19A-1F5E-4FC7-B080-174D4E99F3F1}" destId="{CAE7C43F-3B7A-4B7C-8EDC-643F84999657}" srcOrd="0" destOrd="0" presId="urn:microsoft.com/office/officeart/2005/8/layout/vList3"/>
    <dgm:cxn modelId="{1830858A-16A9-4C50-96EB-D1FC9F78F99C}" type="presOf" srcId="{FEB0DC87-4694-4312-AB28-CFF4458CCEC0}" destId="{32FC24D2-1E68-42F0-8763-A1C659A7FE75}" srcOrd="0" destOrd="0" presId="urn:microsoft.com/office/officeart/2005/8/layout/vList3"/>
    <dgm:cxn modelId="{8770319A-B292-486D-9842-E84C71BC9A39}" type="presOf" srcId="{95008377-E021-4A9A-BB35-EA9C91D7B754}" destId="{776BB214-0FB1-4FBA-8443-9E2A3266E7A5}" srcOrd="0" destOrd="0" presId="urn:microsoft.com/office/officeart/2005/8/layout/vList3"/>
    <dgm:cxn modelId="{BC532BBA-E266-45F5-B9B4-F626A23B0C32}" srcId="{7FC9C770-AA48-472B-B098-93EE684461F7}" destId="{0B07E63B-7353-48AE-A1A1-D79EE8AF41C3}" srcOrd="2" destOrd="0" parTransId="{014D1759-1252-4AC8-97BC-9F8C1F594524}" sibTransId="{0046103C-3D05-4339-804E-E25AED1CDC86}"/>
    <dgm:cxn modelId="{223644C2-DE81-4406-9358-3B2319535BA6}" srcId="{7FC9C770-AA48-472B-B098-93EE684461F7}" destId="{69D1F19A-1F5E-4FC7-B080-174D4E99F3F1}" srcOrd="1" destOrd="0" parTransId="{2CC5ACB2-2DAB-41C8-9E1B-B291CABD3E62}" sibTransId="{55A6767F-A0B2-48CE-9A07-CD506B9B7560}"/>
    <dgm:cxn modelId="{CDDFC1ED-8591-4471-AFCA-3C6D6CAE4AF0}" srcId="{7FC9C770-AA48-472B-B098-93EE684461F7}" destId="{95008377-E021-4A9A-BB35-EA9C91D7B754}" srcOrd="3" destOrd="0" parTransId="{7241DC2C-90FD-49CF-B8EF-1F9F42CCB281}" sibTransId="{267A6605-1817-4431-93C4-FA362AF4304F}"/>
    <dgm:cxn modelId="{8BFC9DF7-0754-42E4-8D9E-8F0446747752}" type="presOf" srcId="{7FC9C770-AA48-472B-B098-93EE684461F7}" destId="{D561CB8F-9281-472C-A7CC-3D29E957FFD6}" srcOrd="0" destOrd="0" presId="urn:microsoft.com/office/officeart/2005/8/layout/vList3"/>
    <dgm:cxn modelId="{66CD73E8-276F-494F-A119-A2BA5507DE26}" type="presParOf" srcId="{D561CB8F-9281-472C-A7CC-3D29E957FFD6}" destId="{35E6D9E6-AC44-4EFD-A796-67AC13F9DA8B}" srcOrd="0" destOrd="0" presId="urn:microsoft.com/office/officeart/2005/8/layout/vList3"/>
    <dgm:cxn modelId="{7D11F8A7-F890-448C-B4E5-474AD16A184B}" type="presParOf" srcId="{35E6D9E6-AC44-4EFD-A796-67AC13F9DA8B}" destId="{939D03D7-D9D3-4200-9007-7BE3B95EE9CB}" srcOrd="0" destOrd="0" presId="urn:microsoft.com/office/officeart/2005/8/layout/vList3"/>
    <dgm:cxn modelId="{AB941BBF-E25A-4783-9E52-F903AD48CD34}" type="presParOf" srcId="{35E6D9E6-AC44-4EFD-A796-67AC13F9DA8B}" destId="{32FC24D2-1E68-42F0-8763-A1C659A7FE75}" srcOrd="1" destOrd="0" presId="urn:microsoft.com/office/officeart/2005/8/layout/vList3"/>
    <dgm:cxn modelId="{0B48CD91-099C-4A6B-BEEF-2627347567BD}" type="presParOf" srcId="{D561CB8F-9281-472C-A7CC-3D29E957FFD6}" destId="{0A5A9576-B7A1-4D92-BC29-47BE9D8F950C}" srcOrd="1" destOrd="0" presId="urn:microsoft.com/office/officeart/2005/8/layout/vList3"/>
    <dgm:cxn modelId="{C06F45B3-6E66-459F-B5F3-645AB10C03DC}" type="presParOf" srcId="{D561CB8F-9281-472C-A7CC-3D29E957FFD6}" destId="{1BC5A0A1-8B16-4DBA-BD9B-DD5A65458EDF}" srcOrd="2" destOrd="0" presId="urn:microsoft.com/office/officeart/2005/8/layout/vList3"/>
    <dgm:cxn modelId="{EAFB4A58-31D4-4DD1-ABAE-5A2B32AB9911}" type="presParOf" srcId="{1BC5A0A1-8B16-4DBA-BD9B-DD5A65458EDF}" destId="{7F0690ED-AF51-43BC-923D-DDC980A1085F}" srcOrd="0" destOrd="0" presId="urn:microsoft.com/office/officeart/2005/8/layout/vList3"/>
    <dgm:cxn modelId="{AF77B583-1A9F-4665-B6E0-B722944BC745}" type="presParOf" srcId="{1BC5A0A1-8B16-4DBA-BD9B-DD5A65458EDF}" destId="{CAE7C43F-3B7A-4B7C-8EDC-643F84999657}" srcOrd="1" destOrd="0" presId="urn:microsoft.com/office/officeart/2005/8/layout/vList3"/>
    <dgm:cxn modelId="{260B7CF0-6B17-4A5F-AFC2-5283F7667BED}" type="presParOf" srcId="{D561CB8F-9281-472C-A7CC-3D29E957FFD6}" destId="{D84D6A2B-FFBC-4226-A703-CF15AAF2C572}" srcOrd="3" destOrd="0" presId="urn:microsoft.com/office/officeart/2005/8/layout/vList3"/>
    <dgm:cxn modelId="{B7FFA152-1B32-4319-932B-FCEC5C7B8F07}" type="presParOf" srcId="{D561CB8F-9281-472C-A7CC-3D29E957FFD6}" destId="{A3DDEA75-C6D1-4DAD-AFB3-12C4E1298418}" srcOrd="4" destOrd="0" presId="urn:microsoft.com/office/officeart/2005/8/layout/vList3"/>
    <dgm:cxn modelId="{D5BCC9F8-865F-4F89-9922-A5530EDAE436}" type="presParOf" srcId="{A3DDEA75-C6D1-4DAD-AFB3-12C4E1298418}" destId="{FBC13F69-5577-48FA-8416-DE836D3371DA}" srcOrd="0" destOrd="0" presId="urn:microsoft.com/office/officeart/2005/8/layout/vList3"/>
    <dgm:cxn modelId="{150B96F7-127A-450D-B793-94A7ED5100B0}" type="presParOf" srcId="{A3DDEA75-C6D1-4DAD-AFB3-12C4E1298418}" destId="{E62FE2F7-D3EC-475F-A220-2D3DDAB17D3E}" srcOrd="1" destOrd="0" presId="urn:microsoft.com/office/officeart/2005/8/layout/vList3"/>
    <dgm:cxn modelId="{D441224E-3171-4403-A6C0-1399CF80578A}" type="presParOf" srcId="{D561CB8F-9281-472C-A7CC-3D29E957FFD6}" destId="{D09E05D0-B6B6-4723-AA1D-FAB1F772631A}" srcOrd="5" destOrd="0" presId="urn:microsoft.com/office/officeart/2005/8/layout/vList3"/>
    <dgm:cxn modelId="{4E468F26-506C-4374-8B90-C3126C22E395}" type="presParOf" srcId="{D561CB8F-9281-472C-A7CC-3D29E957FFD6}" destId="{169FE3FF-2348-496C-8DFD-21D449BA42B1}" srcOrd="6" destOrd="0" presId="urn:microsoft.com/office/officeart/2005/8/layout/vList3"/>
    <dgm:cxn modelId="{FC86B482-0DEA-4A15-829B-F8D7ADB0665B}" type="presParOf" srcId="{169FE3FF-2348-496C-8DFD-21D449BA42B1}" destId="{B16F4079-BD68-419B-B0CA-4C8844CED00F}" srcOrd="0" destOrd="0" presId="urn:microsoft.com/office/officeart/2005/8/layout/vList3"/>
    <dgm:cxn modelId="{3D171BD9-3335-4AC2-9281-4AAD4F014773}" type="presParOf" srcId="{169FE3FF-2348-496C-8DFD-21D449BA42B1}" destId="{776BB214-0FB1-4FBA-8443-9E2A3266E7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DFEC2E-D438-415C-AD65-63CEAD517B6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92E1C5C-AFAE-4071-90A5-09433E5EB894}">
      <dgm:prSet/>
      <dgm:spPr/>
      <dgm:t>
        <a:bodyPr/>
        <a:lstStyle/>
        <a:p>
          <a:r>
            <a:rPr lang="en-US" b="1" dirty="0"/>
            <a:t>Top Demand Hours</a:t>
          </a:r>
          <a:endParaRPr lang="en-IN" b="1" dirty="0"/>
        </a:p>
      </dgm:t>
    </dgm:pt>
    <dgm:pt modelId="{5433DBBE-E5B7-4C6D-AE33-7F48A52147B7}" type="parTrans" cxnId="{AD0FE6DF-BD4A-4E05-91E1-AE20F2A0932B}">
      <dgm:prSet/>
      <dgm:spPr/>
      <dgm:t>
        <a:bodyPr/>
        <a:lstStyle/>
        <a:p>
          <a:endParaRPr lang="en-IN"/>
        </a:p>
      </dgm:t>
    </dgm:pt>
    <dgm:pt modelId="{7445708B-5741-4FB5-8C81-661ABB6C9A04}" type="sibTrans" cxnId="{AD0FE6DF-BD4A-4E05-91E1-AE20F2A0932B}">
      <dgm:prSet/>
      <dgm:spPr/>
      <dgm:t>
        <a:bodyPr/>
        <a:lstStyle/>
        <a:p>
          <a:endParaRPr lang="en-IN"/>
        </a:p>
      </dgm:t>
    </dgm:pt>
    <dgm:pt modelId="{E8F5267C-D1DC-4B93-B6E6-258998509CA2}">
      <dgm:prSet/>
      <dgm:spPr/>
      <dgm:t>
        <a:bodyPr/>
        <a:lstStyle/>
        <a:p>
          <a:r>
            <a:rPr lang="en-IN"/>
            <a:t>7</a:t>
          </a:r>
          <a:r>
            <a:rPr lang="en-US"/>
            <a:t>PM (18:00): ~</a:t>
          </a:r>
          <a:r>
            <a:rPr lang="en-IN"/>
            <a:t>3600 </a:t>
          </a:r>
          <a:r>
            <a:rPr lang="en-US"/>
            <a:t>rentals (highest)</a:t>
          </a:r>
          <a:endParaRPr lang="en-IN"/>
        </a:p>
      </dgm:t>
    </dgm:pt>
    <dgm:pt modelId="{1AA0A748-DEF7-42B3-9436-BC6DF7A424AC}" type="parTrans" cxnId="{B4FA8823-EF5B-471E-B0F5-5661C9B1703D}">
      <dgm:prSet/>
      <dgm:spPr/>
      <dgm:t>
        <a:bodyPr/>
        <a:lstStyle/>
        <a:p>
          <a:endParaRPr lang="en-IN"/>
        </a:p>
      </dgm:t>
    </dgm:pt>
    <dgm:pt modelId="{B595A6DA-077A-4459-BF0F-832699D8DBA9}" type="sibTrans" cxnId="{B4FA8823-EF5B-471E-B0F5-5661C9B1703D}">
      <dgm:prSet/>
      <dgm:spPr/>
      <dgm:t>
        <a:bodyPr/>
        <a:lstStyle/>
        <a:p>
          <a:endParaRPr lang="en-IN"/>
        </a:p>
      </dgm:t>
    </dgm:pt>
    <dgm:pt modelId="{148B602C-31E1-48BA-A009-B3BBC8C434BF}">
      <dgm:prSet/>
      <dgm:spPr/>
      <dgm:t>
        <a:bodyPr/>
        <a:lstStyle/>
        <a:p>
          <a:r>
            <a:rPr lang="en-IN"/>
            <a:t>8</a:t>
          </a:r>
          <a:r>
            <a:rPr lang="en-US"/>
            <a:t>PM (19:00): ~</a:t>
          </a:r>
          <a:r>
            <a:rPr lang="en-IN"/>
            <a:t>2900</a:t>
          </a:r>
          <a:r>
            <a:rPr lang="en-US"/>
            <a:t>rentals</a:t>
          </a:r>
          <a:endParaRPr lang="en-IN"/>
        </a:p>
      </dgm:t>
    </dgm:pt>
    <dgm:pt modelId="{4DA38D55-D1F0-4122-87C5-95E1D62D47EA}" type="parTrans" cxnId="{6B2146BE-ED38-4895-BC25-7A91206125D1}">
      <dgm:prSet/>
      <dgm:spPr/>
      <dgm:t>
        <a:bodyPr/>
        <a:lstStyle/>
        <a:p>
          <a:endParaRPr lang="en-IN"/>
        </a:p>
      </dgm:t>
    </dgm:pt>
    <dgm:pt modelId="{9E06FC32-7EE4-4C44-A6AC-241586753657}" type="sibTrans" cxnId="{6B2146BE-ED38-4895-BC25-7A91206125D1}">
      <dgm:prSet/>
      <dgm:spPr/>
      <dgm:t>
        <a:bodyPr/>
        <a:lstStyle/>
        <a:p>
          <a:endParaRPr lang="en-IN"/>
        </a:p>
      </dgm:t>
    </dgm:pt>
    <dgm:pt modelId="{150D637A-6245-48DF-8AF4-2BB43EF4EABF}">
      <dgm:prSet/>
      <dgm:spPr/>
      <dgm:t>
        <a:bodyPr/>
        <a:lstStyle/>
        <a:p>
          <a:r>
            <a:rPr lang="en-IN"/>
            <a:t>6</a:t>
          </a:r>
          <a:r>
            <a:rPr lang="en-US"/>
            <a:t>PM (17:00): ~</a:t>
          </a:r>
          <a:r>
            <a:rPr lang="en-IN"/>
            <a:t>2600</a:t>
          </a:r>
          <a:r>
            <a:rPr lang="en-US"/>
            <a:t> rentals</a:t>
          </a:r>
          <a:endParaRPr lang="en-IN"/>
        </a:p>
      </dgm:t>
    </dgm:pt>
    <dgm:pt modelId="{5E2D3F15-5240-47B1-8666-C962E9ACF135}" type="parTrans" cxnId="{D1604A3C-051C-4465-B6F5-3C88B81054C9}">
      <dgm:prSet/>
      <dgm:spPr/>
      <dgm:t>
        <a:bodyPr/>
        <a:lstStyle/>
        <a:p>
          <a:endParaRPr lang="en-IN"/>
        </a:p>
      </dgm:t>
    </dgm:pt>
    <dgm:pt modelId="{93D3A40C-02C4-4480-A99A-468F7204133B}" type="sibTrans" cxnId="{D1604A3C-051C-4465-B6F5-3C88B81054C9}">
      <dgm:prSet/>
      <dgm:spPr/>
      <dgm:t>
        <a:bodyPr/>
        <a:lstStyle/>
        <a:p>
          <a:endParaRPr lang="en-IN"/>
        </a:p>
      </dgm:t>
    </dgm:pt>
    <dgm:pt modelId="{900C2257-6741-4500-80F6-5910EDF76CD6}">
      <dgm:prSet/>
      <dgm:spPr/>
      <dgm:t>
        <a:bodyPr/>
        <a:lstStyle/>
        <a:p>
          <a:r>
            <a:rPr lang="en-IN"/>
            <a:t>9A</a:t>
          </a:r>
          <a:r>
            <a:rPr lang="en-US"/>
            <a:t>M (20:00): ~</a:t>
          </a:r>
          <a:r>
            <a:rPr lang="en-IN"/>
            <a:t>2500 </a:t>
          </a:r>
          <a:r>
            <a:rPr lang="en-US"/>
            <a:t>rentals</a:t>
          </a:r>
          <a:endParaRPr lang="en-IN"/>
        </a:p>
      </dgm:t>
    </dgm:pt>
    <dgm:pt modelId="{10889888-F7E5-4962-9558-274DE131D861}" type="parTrans" cxnId="{1C95E285-FA7D-40CD-8DE6-779A35083242}">
      <dgm:prSet/>
      <dgm:spPr/>
      <dgm:t>
        <a:bodyPr/>
        <a:lstStyle/>
        <a:p>
          <a:endParaRPr lang="en-IN"/>
        </a:p>
      </dgm:t>
    </dgm:pt>
    <dgm:pt modelId="{7E459DAB-9D32-48C9-891C-160F168BD1C2}" type="sibTrans" cxnId="{1C95E285-FA7D-40CD-8DE6-779A35083242}">
      <dgm:prSet/>
      <dgm:spPr/>
      <dgm:t>
        <a:bodyPr/>
        <a:lstStyle/>
        <a:p>
          <a:endParaRPr lang="en-IN"/>
        </a:p>
      </dgm:t>
    </dgm:pt>
    <dgm:pt modelId="{C6D33425-1A5A-47F2-A019-8C12BE4EAEA7}" type="pres">
      <dgm:prSet presAssocID="{BDDFEC2E-D438-415C-AD65-63CEAD517B6B}" presName="Name0" presStyleCnt="0">
        <dgm:presLayoutVars>
          <dgm:dir/>
          <dgm:animLvl val="lvl"/>
          <dgm:resizeHandles val="exact"/>
        </dgm:presLayoutVars>
      </dgm:prSet>
      <dgm:spPr/>
    </dgm:pt>
    <dgm:pt modelId="{A58C7D61-7392-4AD4-B2B4-ED61C6ACBFA7}" type="pres">
      <dgm:prSet presAssocID="{492E1C5C-AFAE-4071-90A5-09433E5EB894}" presName="composite" presStyleCnt="0"/>
      <dgm:spPr/>
    </dgm:pt>
    <dgm:pt modelId="{5133C613-FA71-4DDA-B069-10A69953C346}" type="pres">
      <dgm:prSet presAssocID="{492E1C5C-AFAE-4071-90A5-09433E5EB894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AB432FBD-8DA7-412C-9895-BDDCE5D4E9C4}" type="pres">
      <dgm:prSet presAssocID="{492E1C5C-AFAE-4071-90A5-09433E5EB894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D877AF13-F7DA-444B-8AE0-7B30C61D075B}" type="presOf" srcId="{150D637A-6245-48DF-8AF4-2BB43EF4EABF}" destId="{AB432FBD-8DA7-412C-9895-BDDCE5D4E9C4}" srcOrd="0" destOrd="2" presId="urn:microsoft.com/office/officeart/2005/8/layout/hList1"/>
    <dgm:cxn modelId="{B4FA8823-EF5B-471E-B0F5-5661C9B1703D}" srcId="{492E1C5C-AFAE-4071-90A5-09433E5EB894}" destId="{E8F5267C-D1DC-4B93-B6E6-258998509CA2}" srcOrd="0" destOrd="0" parTransId="{1AA0A748-DEF7-42B3-9436-BC6DF7A424AC}" sibTransId="{B595A6DA-077A-4459-BF0F-832699D8DBA9}"/>
    <dgm:cxn modelId="{5A015B38-24DA-4D5A-B2A5-9CB69B1FAAF1}" type="presOf" srcId="{E8F5267C-D1DC-4B93-B6E6-258998509CA2}" destId="{AB432FBD-8DA7-412C-9895-BDDCE5D4E9C4}" srcOrd="0" destOrd="0" presId="urn:microsoft.com/office/officeart/2005/8/layout/hList1"/>
    <dgm:cxn modelId="{D1604A3C-051C-4465-B6F5-3C88B81054C9}" srcId="{492E1C5C-AFAE-4071-90A5-09433E5EB894}" destId="{150D637A-6245-48DF-8AF4-2BB43EF4EABF}" srcOrd="2" destOrd="0" parTransId="{5E2D3F15-5240-47B1-8666-C962E9ACF135}" sibTransId="{93D3A40C-02C4-4480-A99A-468F7204133B}"/>
    <dgm:cxn modelId="{B7922641-F9E9-497E-AF63-508249F21D66}" type="presOf" srcId="{BDDFEC2E-D438-415C-AD65-63CEAD517B6B}" destId="{C6D33425-1A5A-47F2-A019-8C12BE4EAEA7}" srcOrd="0" destOrd="0" presId="urn:microsoft.com/office/officeart/2005/8/layout/hList1"/>
    <dgm:cxn modelId="{68F51850-71A9-4D72-84BB-633C21CC2D3F}" type="presOf" srcId="{900C2257-6741-4500-80F6-5910EDF76CD6}" destId="{AB432FBD-8DA7-412C-9895-BDDCE5D4E9C4}" srcOrd="0" destOrd="3" presId="urn:microsoft.com/office/officeart/2005/8/layout/hList1"/>
    <dgm:cxn modelId="{1C95E285-FA7D-40CD-8DE6-779A35083242}" srcId="{492E1C5C-AFAE-4071-90A5-09433E5EB894}" destId="{900C2257-6741-4500-80F6-5910EDF76CD6}" srcOrd="3" destOrd="0" parTransId="{10889888-F7E5-4962-9558-274DE131D861}" sibTransId="{7E459DAB-9D32-48C9-891C-160F168BD1C2}"/>
    <dgm:cxn modelId="{0E63F08F-F8C8-442C-8E10-93FDAFB849B9}" type="presOf" srcId="{148B602C-31E1-48BA-A009-B3BBC8C434BF}" destId="{AB432FBD-8DA7-412C-9895-BDDCE5D4E9C4}" srcOrd="0" destOrd="1" presId="urn:microsoft.com/office/officeart/2005/8/layout/hList1"/>
    <dgm:cxn modelId="{FFF11C97-C72C-4121-98AC-F670F87B62D6}" type="presOf" srcId="{492E1C5C-AFAE-4071-90A5-09433E5EB894}" destId="{5133C613-FA71-4DDA-B069-10A69953C346}" srcOrd="0" destOrd="0" presId="urn:microsoft.com/office/officeart/2005/8/layout/hList1"/>
    <dgm:cxn modelId="{6B2146BE-ED38-4895-BC25-7A91206125D1}" srcId="{492E1C5C-AFAE-4071-90A5-09433E5EB894}" destId="{148B602C-31E1-48BA-A009-B3BBC8C434BF}" srcOrd="1" destOrd="0" parTransId="{4DA38D55-D1F0-4122-87C5-95E1D62D47EA}" sibTransId="{9E06FC32-7EE4-4C44-A6AC-241586753657}"/>
    <dgm:cxn modelId="{AD0FE6DF-BD4A-4E05-91E1-AE20F2A0932B}" srcId="{BDDFEC2E-D438-415C-AD65-63CEAD517B6B}" destId="{492E1C5C-AFAE-4071-90A5-09433E5EB894}" srcOrd="0" destOrd="0" parTransId="{5433DBBE-E5B7-4C6D-AE33-7F48A52147B7}" sibTransId="{7445708B-5741-4FB5-8C81-661ABB6C9A04}"/>
    <dgm:cxn modelId="{35B45F53-7131-4597-AB4A-2AE4198BAA06}" type="presParOf" srcId="{C6D33425-1A5A-47F2-A019-8C12BE4EAEA7}" destId="{A58C7D61-7392-4AD4-B2B4-ED61C6ACBFA7}" srcOrd="0" destOrd="0" presId="urn:microsoft.com/office/officeart/2005/8/layout/hList1"/>
    <dgm:cxn modelId="{9C907B4D-EFC5-4C54-A2FD-519069FFD98F}" type="presParOf" srcId="{A58C7D61-7392-4AD4-B2B4-ED61C6ACBFA7}" destId="{5133C613-FA71-4DDA-B069-10A69953C346}" srcOrd="0" destOrd="0" presId="urn:microsoft.com/office/officeart/2005/8/layout/hList1"/>
    <dgm:cxn modelId="{9A93BB73-40B1-48FE-90D6-E2EE824A3BAB}" type="presParOf" srcId="{A58C7D61-7392-4AD4-B2B4-ED61C6ACBFA7}" destId="{AB432FBD-8DA7-412C-9895-BDDCE5D4E9C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CFACC1-10AC-4EE8-8D5D-E0B397481E7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6116970-2D2A-47F6-8110-2F44CA01EFCC}">
      <dgm:prSet/>
      <dgm:spPr/>
      <dgm:t>
        <a:bodyPr/>
        <a:lstStyle/>
        <a:p>
          <a:r>
            <a:rPr lang="en-US" b="1" u="sng" dirty="0">
              <a:latin typeface="Arial Black" panose="020B0A04020102020204" pitchFamily="34" charset="0"/>
            </a:rPr>
            <a:t>Interpretation</a:t>
          </a:r>
          <a:r>
            <a:rPr lang="en-US" b="1" dirty="0"/>
            <a:t>: </a:t>
          </a:r>
        </a:p>
        <a:p>
          <a:r>
            <a:rPr lang="en-US" b="1" dirty="0">
              <a:latin typeface="Bahnschrift Light" panose="020B0502040204020203" pitchFamily="34" charset="0"/>
            </a:rPr>
            <a:t>Strong correlation with commuting hours. Bikes are widely used for returning home from work and Short-distance evening travel</a:t>
          </a:r>
          <a:endParaRPr lang="en-IN" b="1" dirty="0">
            <a:latin typeface="Bahnschrift Light" panose="020B0502040204020203" pitchFamily="34" charset="0"/>
          </a:endParaRPr>
        </a:p>
      </dgm:t>
    </dgm:pt>
    <dgm:pt modelId="{304F5E82-EC72-45AD-A004-6181247D1B11}" type="parTrans" cxnId="{516226F1-18EF-407C-AA71-337F3E2C4DB5}">
      <dgm:prSet/>
      <dgm:spPr/>
      <dgm:t>
        <a:bodyPr/>
        <a:lstStyle/>
        <a:p>
          <a:endParaRPr lang="en-IN"/>
        </a:p>
      </dgm:t>
    </dgm:pt>
    <dgm:pt modelId="{80DB52AB-F201-4EB8-9258-2FE7051C3CEE}" type="sibTrans" cxnId="{516226F1-18EF-407C-AA71-337F3E2C4DB5}">
      <dgm:prSet/>
      <dgm:spPr/>
      <dgm:t>
        <a:bodyPr/>
        <a:lstStyle/>
        <a:p>
          <a:endParaRPr lang="en-IN"/>
        </a:p>
      </dgm:t>
    </dgm:pt>
    <dgm:pt modelId="{0ABEBA11-AC8B-4898-979C-4516309BE280}" type="pres">
      <dgm:prSet presAssocID="{68CFACC1-10AC-4EE8-8D5D-E0B397481E74}" presName="linear" presStyleCnt="0">
        <dgm:presLayoutVars>
          <dgm:animLvl val="lvl"/>
          <dgm:resizeHandles val="exact"/>
        </dgm:presLayoutVars>
      </dgm:prSet>
      <dgm:spPr/>
    </dgm:pt>
    <dgm:pt modelId="{D7C43F53-749E-4B6F-BA71-B7F69A865A96}" type="pres">
      <dgm:prSet presAssocID="{E6116970-2D2A-47F6-8110-2F44CA01EFCC}" presName="parentText" presStyleLbl="node1" presStyleIdx="0" presStyleCnt="1" custScaleY="101498" custLinFactY="6037" custLinFactNeighborX="-3926" custLinFactNeighborY="100000">
        <dgm:presLayoutVars>
          <dgm:chMax val="0"/>
          <dgm:bulletEnabled val="1"/>
        </dgm:presLayoutVars>
      </dgm:prSet>
      <dgm:spPr/>
    </dgm:pt>
  </dgm:ptLst>
  <dgm:cxnLst>
    <dgm:cxn modelId="{52007D99-8398-437D-BAE1-28EAEA5DA677}" type="presOf" srcId="{E6116970-2D2A-47F6-8110-2F44CA01EFCC}" destId="{D7C43F53-749E-4B6F-BA71-B7F69A865A96}" srcOrd="0" destOrd="0" presId="urn:microsoft.com/office/officeart/2005/8/layout/vList2"/>
    <dgm:cxn modelId="{D0D706B1-D4C8-499D-95FD-5E193AD727D0}" type="presOf" srcId="{68CFACC1-10AC-4EE8-8D5D-E0B397481E74}" destId="{0ABEBA11-AC8B-4898-979C-4516309BE280}" srcOrd="0" destOrd="0" presId="urn:microsoft.com/office/officeart/2005/8/layout/vList2"/>
    <dgm:cxn modelId="{516226F1-18EF-407C-AA71-337F3E2C4DB5}" srcId="{68CFACC1-10AC-4EE8-8D5D-E0B397481E74}" destId="{E6116970-2D2A-47F6-8110-2F44CA01EFCC}" srcOrd="0" destOrd="0" parTransId="{304F5E82-EC72-45AD-A004-6181247D1B11}" sibTransId="{80DB52AB-F201-4EB8-9258-2FE7051C3CEE}"/>
    <dgm:cxn modelId="{99388968-C061-4450-A65F-7109A0DD25E5}" type="presParOf" srcId="{0ABEBA11-AC8B-4898-979C-4516309BE280}" destId="{D7C43F53-749E-4B6F-BA71-B7F69A865A9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D36B158-C955-4442-901C-F6A6445D97E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2498A87-84B7-4BB2-9950-582AB980C519}">
      <dgm:prSet/>
      <dgm:spPr/>
      <dgm:t>
        <a:bodyPr/>
        <a:lstStyle/>
        <a:p>
          <a:r>
            <a:rPr lang="en-IN" u="sng"/>
            <a:t>Key Observations</a:t>
          </a:r>
          <a:endParaRPr lang="en-IN"/>
        </a:p>
      </dgm:t>
    </dgm:pt>
    <dgm:pt modelId="{5CA725CD-837B-4C15-A2B6-5C7DC7435797}" type="parTrans" cxnId="{D3A265A7-DDF5-43ED-A0E2-AC0154B86B38}">
      <dgm:prSet/>
      <dgm:spPr/>
      <dgm:t>
        <a:bodyPr/>
        <a:lstStyle/>
        <a:p>
          <a:endParaRPr lang="en-IN"/>
        </a:p>
      </dgm:t>
    </dgm:pt>
    <dgm:pt modelId="{3C042035-AC9B-4FA0-80D5-F1B77A63E3FA}" type="sibTrans" cxnId="{D3A265A7-DDF5-43ED-A0E2-AC0154B86B38}">
      <dgm:prSet/>
      <dgm:spPr/>
      <dgm:t>
        <a:bodyPr/>
        <a:lstStyle/>
        <a:p>
          <a:endParaRPr lang="en-IN"/>
        </a:p>
      </dgm:t>
    </dgm:pt>
    <dgm:pt modelId="{870554DA-F87E-4C55-A3B7-C6ED2C14C779}">
      <dgm:prSet/>
      <dgm:spPr/>
      <dgm:t>
        <a:bodyPr/>
        <a:lstStyle/>
        <a:p>
          <a:r>
            <a:rPr lang="en-IN"/>
            <a:t>Summer: 7PM ~3600 </a:t>
          </a:r>
        </a:p>
      </dgm:t>
    </dgm:pt>
    <dgm:pt modelId="{00F15D91-2C07-4890-A17D-A8A3FE5B938F}" type="parTrans" cxnId="{FBA61F99-133B-4D70-AA44-D6279B8113AC}">
      <dgm:prSet/>
      <dgm:spPr/>
      <dgm:t>
        <a:bodyPr/>
        <a:lstStyle/>
        <a:p>
          <a:endParaRPr lang="en-IN"/>
        </a:p>
      </dgm:t>
    </dgm:pt>
    <dgm:pt modelId="{D1BE5CA6-7BDF-4430-AA5C-B763C334B443}" type="sibTrans" cxnId="{FBA61F99-133B-4D70-AA44-D6279B8113AC}">
      <dgm:prSet/>
      <dgm:spPr/>
      <dgm:t>
        <a:bodyPr/>
        <a:lstStyle/>
        <a:p>
          <a:endParaRPr lang="en-IN"/>
        </a:p>
      </dgm:t>
    </dgm:pt>
    <dgm:pt modelId="{B9195D16-A0E8-4872-AD49-8F5D1D56A026}">
      <dgm:prSet/>
      <dgm:spPr/>
      <dgm:t>
        <a:bodyPr/>
        <a:lstStyle/>
        <a:p>
          <a:r>
            <a:rPr lang="en-IN"/>
            <a:t>Winter: 7PM ~1000</a:t>
          </a:r>
        </a:p>
      </dgm:t>
    </dgm:pt>
    <dgm:pt modelId="{7B8F7248-B7F8-49AD-9C62-57C09A943CCF}" type="parTrans" cxnId="{9AD26900-8338-417B-8B42-E28B247E7FDB}">
      <dgm:prSet/>
      <dgm:spPr/>
      <dgm:t>
        <a:bodyPr/>
        <a:lstStyle/>
        <a:p>
          <a:endParaRPr lang="en-IN"/>
        </a:p>
      </dgm:t>
    </dgm:pt>
    <dgm:pt modelId="{2445BE30-1628-4F3B-AC8A-89D126280011}" type="sibTrans" cxnId="{9AD26900-8338-417B-8B42-E28B247E7FDB}">
      <dgm:prSet/>
      <dgm:spPr/>
      <dgm:t>
        <a:bodyPr/>
        <a:lstStyle/>
        <a:p>
          <a:endParaRPr lang="en-IN"/>
        </a:p>
      </dgm:t>
    </dgm:pt>
    <dgm:pt modelId="{CD0A0265-8C0A-49DB-91BE-999CE0E24432}">
      <dgm:prSet/>
      <dgm:spPr/>
      <dgm:t>
        <a:bodyPr/>
        <a:lstStyle/>
        <a:p>
          <a:r>
            <a:rPr lang="en-IN"/>
            <a:t>Autumn: 7PM ~3500</a:t>
          </a:r>
        </a:p>
      </dgm:t>
    </dgm:pt>
    <dgm:pt modelId="{7A3F6F26-9114-481F-AA23-ED140EEDB114}" type="parTrans" cxnId="{9337E42C-915A-4888-8A7A-49CA819F3142}">
      <dgm:prSet/>
      <dgm:spPr/>
      <dgm:t>
        <a:bodyPr/>
        <a:lstStyle/>
        <a:p>
          <a:endParaRPr lang="en-IN"/>
        </a:p>
      </dgm:t>
    </dgm:pt>
    <dgm:pt modelId="{BD209216-3973-4AC6-8CFB-E5DAAF8312A5}" type="sibTrans" cxnId="{9337E42C-915A-4888-8A7A-49CA819F3142}">
      <dgm:prSet/>
      <dgm:spPr/>
      <dgm:t>
        <a:bodyPr/>
        <a:lstStyle/>
        <a:p>
          <a:endParaRPr lang="en-IN"/>
        </a:p>
      </dgm:t>
    </dgm:pt>
    <dgm:pt modelId="{6CFFF3E7-ECA0-491C-A1D3-727CCEC4A5D0}">
      <dgm:prSet/>
      <dgm:spPr/>
      <dgm:t>
        <a:bodyPr/>
        <a:lstStyle/>
        <a:p>
          <a:r>
            <a:rPr lang="en-IN"/>
            <a:t>Spring: 7PM ~3400</a:t>
          </a:r>
        </a:p>
      </dgm:t>
    </dgm:pt>
    <dgm:pt modelId="{B547EB1C-BBAE-416C-9616-80751A2DFAB6}" type="parTrans" cxnId="{2B7A7C50-FB80-48F5-9B4A-1E262E24CD75}">
      <dgm:prSet/>
      <dgm:spPr/>
      <dgm:t>
        <a:bodyPr/>
        <a:lstStyle/>
        <a:p>
          <a:endParaRPr lang="en-IN"/>
        </a:p>
      </dgm:t>
    </dgm:pt>
    <dgm:pt modelId="{5D91B3EA-9F7D-4672-A1DD-44A70D7BA6A8}" type="sibTrans" cxnId="{2B7A7C50-FB80-48F5-9B4A-1E262E24CD75}">
      <dgm:prSet/>
      <dgm:spPr/>
      <dgm:t>
        <a:bodyPr/>
        <a:lstStyle/>
        <a:p>
          <a:endParaRPr lang="en-IN"/>
        </a:p>
      </dgm:t>
    </dgm:pt>
    <dgm:pt modelId="{67F59FD3-65B6-4CB3-AAE5-661F1F9700E5}" type="pres">
      <dgm:prSet presAssocID="{AD36B158-C955-4442-901C-F6A6445D97EE}" presName="Name0" presStyleCnt="0">
        <dgm:presLayoutVars>
          <dgm:dir/>
          <dgm:animLvl val="lvl"/>
          <dgm:resizeHandles val="exact"/>
        </dgm:presLayoutVars>
      </dgm:prSet>
      <dgm:spPr/>
    </dgm:pt>
    <dgm:pt modelId="{63A959E5-12EC-4D41-AB20-6FB41476B5CC}" type="pres">
      <dgm:prSet presAssocID="{12498A87-84B7-4BB2-9950-582AB980C519}" presName="composite" presStyleCnt="0"/>
      <dgm:spPr/>
    </dgm:pt>
    <dgm:pt modelId="{1820CF6A-0854-4023-9676-3333E457FC9C}" type="pres">
      <dgm:prSet presAssocID="{12498A87-84B7-4BB2-9950-582AB980C519}" presName="parTx" presStyleLbl="alignNode1" presStyleIdx="0" presStyleCnt="1" custLinFactNeighborX="-37" custLinFactNeighborY="-9051">
        <dgm:presLayoutVars>
          <dgm:chMax val="0"/>
          <dgm:chPref val="0"/>
          <dgm:bulletEnabled val="1"/>
        </dgm:presLayoutVars>
      </dgm:prSet>
      <dgm:spPr/>
    </dgm:pt>
    <dgm:pt modelId="{463D4AC7-7A5C-4B28-8C41-267CB186F809}" type="pres">
      <dgm:prSet presAssocID="{12498A87-84B7-4BB2-9950-582AB980C519}" presName="desTx" presStyleLbl="alignAccFollowNode1" presStyleIdx="0" presStyleCnt="1" custLinFactNeighborY="-4804">
        <dgm:presLayoutVars>
          <dgm:bulletEnabled val="1"/>
        </dgm:presLayoutVars>
      </dgm:prSet>
      <dgm:spPr/>
    </dgm:pt>
  </dgm:ptLst>
  <dgm:cxnLst>
    <dgm:cxn modelId="{9AD26900-8338-417B-8B42-E28B247E7FDB}" srcId="{12498A87-84B7-4BB2-9950-582AB980C519}" destId="{B9195D16-A0E8-4872-AD49-8F5D1D56A026}" srcOrd="1" destOrd="0" parTransId="{7B8F7248-B7F8-49AD-9C62-57C09A943CCF}" sibTransId="{2445BE30-1628-4F3B-AC8A-89D126280011}"/>
    <dgm:cxn modelId="{D35E6312-AC52-4826-95C5-F730F2945D79}" type="presOf" srcId="{6CFFF3E7-ECA0-491C-A1D3-727CCEC4A5D0}" destId="{463D4AC7-7A5C-4B28-8C41-267CB186F809}" srcOrd="0" destOrd="3" presId="urn:microsoft.com/office/officeart/2005/8/layout/hList1"/>
    <dgm:cxn modelId="{9337E42C-915A-4888-8A7A-49CA819F3142}" srcId="{12498A87-84B7-4BB2-9950-582AB980C519}" destId="{CD0A0265-8C0A-49DB-91BE-999CE0E24432}" srcOrd="2" destOrd="0" parTransId="{7A3F6F26-9114-481F-AA23-ED140EEDB114}" sibTransId="{BD209216-3973-4AC6-8CFB-E5DAAF8312A5}"/>
    <dgm:cxn modelId="{BDE28B35-F243-4A69-95BC-FC1FF46975D2}" type="presOf" srcId="{870554DA-F87E-4C55-A3B7-C6ED2C14C779}" destId="{463D4AC7-7A5C-4B28-8C41-267CB186F809}" srcOrd="0" destOrd="0" presId="urn:microsoft.com/office/officeart/2005/8/layout/hList1"/>
    <dgm:cxn modelId="{C6374638-E17D-458E-8930-267C4625C0A5}" type="presOf" srcId="{B9195D16-A0E8-4872-AD49-8F5D1D56A026}" destId="{463D4AC7-7A5C-4B28-8C41-267CB186F809}" srcOrd="0" destOrd="1" presId="urn:microsoft.com/office/officeart/2005/8/layout/hList1"/>
    <dgm:cxn modelId="{98F0DF3E-A2A9-449D-A198-8D7257119959}" type="presOf" srcId="{12498A87-84B7-4BB2-9950-582AB980C519}" destId="{1820CF6A-0854-4023-9676-3333E457FC9C}" srcOrd="0" destOrd="0" presId="urn:microsoft.com/office/officeart/2005/8/layout/hList1"/>
    <dgm:cxn modelId="{2B572261-0A89-4008-8EE6-BCC83206D585}" type="presOf" srcId="{CD0A0265-8C0A-49DB-91BE-999CE0E24432}" destId="{463D4AC7-7A5C-4B28-8C41-267CB186F809}" srcOrd="0" destOrd="2" presId="urn:microsoft.com/office/officeart/2005/8/layout/hList1"/>
    <dgm:cxn modelId="{0AC5F86F-193E-4ED7-BE2A-D478148C02F4}" type="presOf" srcId="{AD36B158-C955-4442-901C-F6A6445D97EE}" destId="{67F59FD3-65B6-4CB3-AAE5-661F1F9700E5}" srcOrd="0" destOrd="0" presId="urn:microsoft.com/office/officeart/2005/8/layout/hList1"/>
    <dgm:cxn modelId="{2B7A7C50-FB80-48F5-9B4A-1E262E24CD75}" srcId="{12498A87-84B7-4BB2-9950-582AB980C519}" destId="{6CFFF3E7-ECA0-491C-A1D3-727CCEC4A5D0}" srcOrd="3" destOrd="0" parTransId="{B547EB1C-BBAE-416C-9616-80751A2DFAB6}" sibTransId="{5D91B3EA-9F7D-4672-A1DD-44A70D7BA6A8}"/>
    <dgm:cxn modelId="{FBA61F99-133B-4D70-AA44-D6279B8113AC}" srcId="{12498A87-84B7-4BB2-9950-582AB980C519}" destId="{870554DA-F87E-4C55-A3B7-C6ED2C14C779}" srcOrd="0" destOrd="0" parTransId="{00F15D91-2C07-4890-A17D-A8A3FE5B938F}" sibTransId="{D1BE5CA6-7BDF-4430-AA5C-B763C334B443}"/>
    <dgm:cxn modelId="{D3A265A7-DDF5-43ED-A0E2-AC0154B86B38}" srcId="{AD36B158-C955-4442-901C-F6A6445D97EE}" destId="{12498A87-84B7-4BB2-9950-582AB980C519}" srcOrd="0" destOrd="0" parTransId="{5CA725CD-837B-4C15-A2B6-5C7DC7435797}" sibTransId="{3C042035-AC9B-4FA0-80D5-F1B77A63E3FA}"/>
    <dgm:cxn modelId="{F2442B74-533E-4A0B-A66C-1D3F90B6B591}" type="presParOf" srcId="{67F59FD3-65B6-4CB3-AAE5-661F1F9700E5}" destId="{63A959E5-12EC-4D41-AB20-6FB41476B5CC}" srcOrd="0" destOrd="0" presId="urn:microsoft.com/office/officeart/2005/8/layout/hList1"/>
    <dgm:cxn modelId="{935B9FD3-B208-4625-BC79-53BBF62B8ECB}" type="presParOf" srcId="{63A959E5-12EC-4D41-AB20-6FB41476B5CC}" destId="{1820CF6A-0854-4023-9676-3333E457FC9C}" srcOrd="0" destOrd="0" presId="urn:microsoft.com/office/officeart/2005/8/layout/hList1"/>
    <dgm:cxn modelId="{19705154-9086-467C-8279-9875C14C3A97}" type="presParOf" srcId="{63A959E5-12EC-4D41-AB20-6FB41476B5CC}" destId="{463D4AC7-7A5C-4B28-8C41-267CB186F80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4A8B013-9BBB-4A57-A582-39875BFEF4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E1A76DA-CDBF-4FBA-8E2B-439610761C88}">
      <dgm:prSet/>
      <dgm:spPr/>
      <dgm:t>
        <a:bodyPr/>
        <a:lstStyle/>
        <a:p>
          <a:r>
            <a:rPr lang="en-IN" b="1" dirty="0"/>
            <a:t>We interpret that u</a:t>
          </a:r>
          <a:r>
            <a:rPr lang="en-US" b="1" dirty="0"/>
            <a:t>ser behavior is consistent (evening peak), but demand intensity is strongly influenced by season</a:t>
          </a:r>
          <a:r>
            <a:rPr lang="en-IN" b="1" dirty="0"/>
            <a:t>.</a:t>
          </a:r>
          <a:endParaRPr lang="en-IN" dirty="0"/>
        </a:p>
      </dgm:t>
    </dgm:pt>
    <dgm:pt modelId="{37482CAB-BCC2-414B-89CD-3C9805E4EAEC}" type="parTrans" cxnId="{F6E732F9-1E9B-46E7-9410-89D0B8773F53}">
      <dgm:prSet/>
      <dgm:spPr/>
      <dgm:t>
        <a:bodyPr/>
        <a:lstStyle/>
        <a:p>
          <a:endParaRPr lang="en-IN"/>
        </a:p>
      </dgm:t>
    </dgm:pt>
    <dgm:pt modelId="{68E6C5EB-6BA4-43F4-8EB8-CBE7B899E6F0}" type="sibTrans" cxnId="{F6E732F9-1E9B-46E7-9410-89D0B8773F53}">
      <dgm:prSet/>
      <dgm:spPr/>
      <dgm:t>
        <a:bodyPr/>
        <a:lstStyle/>
        <a:p>
          <a:endParaRPr lang="en-IN"/>
        </a:p>
      </dgm:t>
    </dgm:pt>
    <dgm:pt modelId="{6BA6E310-42DC-4400-A2A9-CAE7625201BD}">
      <dgm:prSet/>
      <dgm:spPr/>
      <dgm:t>
        <a:bodyPr/>
        <a:lstStyle/>
        <a:p>
          <a:r>
            <a:rPr lang="en-IN"/>
            <a:t>There is also a spike in rentals at 9AM, which would be the morning commuting time.</a:t>
          </a:r>
        </a:p>
      </dgm:t>
    </dgm:pt>
    <dgm:pt modelId="{5B40F408-A3E4-4CC2-8636-7E5239BAC47A}" type="parTrans" cxnId="{1B4AE5F9-51B8-4CFB-8DDB-009F84F7C08F}">
      <dgm:prSet/>
      <dgm:spPr/>
      <dgm:t>
        <a:bodyPr/>
        <a:lstStyle/>
        <a:p>
          <a:endParaRPr lang="en-IN"/>
        </a:p>
      </dgm:t>
    </dgm:pt>
    <dgm:pt modelId="{89F729D1-64AC-46B0-9937-1578479DC28C}" type="sibTrans" cxnId="{1B4AE5F9-51B8-4CFB-8DDB-009F84F7C08F}">
      <dgm:prSet/>
      <dgm:spPr/>
      <dgm:t>
        <a:bodyPr/>
        <a:lstStyle/>
        <a:p>
          <a:endParaRPr lang="en-IN"/>
        </a:p>
      </dgm:t>
    </dgm:pt>
    <dgm:pt modelId="{58026A55-F790-469E-B998-E90155592317}" type="pres">
      <dgm:prSet presAssocID="{B4A8B013-9BBB-4A57-A582-39875BFEF4E5}" presName="linear" presStyleCnt="0">
        <dgm:presLayoutVars>
          <dgm:animLvl val="lvl"/>
          <dgm:resizeHandles val="exact"/>
        </dgm:presLayoutVars>
      </dgm:prSet>
      <dgm:spPr/>
    </dgm:pt>
    <dgm:pt modelId="{ED886621-152E-454B-A621-D271FABEDC7E}" type="pres">
      <dgm:prSet presAssocID="{EE1A76DA-CDBF-4FBA-8E2B-439610761C8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EF18BF5-4779-40D4-A03F-BFBA4396D2C4}" type="pres">
      <dgm:prSet presAssocID="{68E6C5EB-6BA4-43F4-8EB8-CBE7B899E6F0}" presName="spacer" presStyleCnt="0"/>
      <dgm:spPr/>
    </dgm:pt>
    <dgm:pt modelId="{719CA430-8086-46CD-AF1B-2EB72CF9CBB5}" type="pres">
      <dgm:prSet presAssocID="{6BA6E310-42DC-4400-A2A9-CAE7625201B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FE44541-CB7E-4CA6-A451-32583E834EEA}" type="presOf" srcId="{B4A8B013-9BBB-4A57-A582-39875BFEF4E5}" destId="{58026A55-F790-469E-B998-E90155592317}" srcOrd="0" destOrd="0" presId="urn:microsoft.com/office/officeart/2005/8/layout/vList2"/>
    <dgm:cxn modelId="{97300575-37F3-4844-A2B9-48C565C5688F}" type="presOf" srcId="{EE1A76DA-CDBF-4FBA-8E2B-439610761C88}" destId="{ED886621-152E-454B-A621-D271FABEDC7E}" srcOrd="0" destOrd="0" presId="urn:microsoft.com/office/officeart/2005/8/layout/vList2"/>
    <dgm:cxn modelId="{D8E8A0CD-E381-4CEA-B8FE-99965D0C18BA}" type="presOf" srcId="{6BA6E310-42DC-4400-A2A9-CAE7625201BD}" destId="{719CA430-8086-46CD-AF1B-2EB72CF9CBB5}" srcOrd="0" destOrd="0" presId="urn:microsoft.com/office/officeart/2005/8/layout/vList2"/>
    <dgm:cxn modelId="{F6E732F9-1E9B-46E7-9410-89D0B8773F53}" srcId="{B4A8B013-9BBB-4A57-A582-39875BFEF4E5}" destId="{EE1A76DA-CDBF-4FBA-8E2B-439610761C88}" srcOrd="0" destOrd="0" parTransId="{37482CAB-BCC2-414B-89CD-3C9805E4EAEC}" sibTransId="{68E6C5EB-6BA4-43F4-8EB8-CBE7B899E6F0}"/>
    <dgm:cxn modelId="{1B4AE5F9-51B8-4CFB-8DDB-009F84F7C08F}" srcId="{B4A8B013-9BBB-4A57-A582-39875BFEF4E5}" destId="{6BA6E310-42DC-4400-A2A9-CAE7625201BD}" srcOrd="1" destOrd="0" parTransId="{5B40F408-A3E4-4CC2-8636-7E5239BAC47A}" sibTransId="{89F729D1-64AC-46B0-9937-1578479DC28C}"/>
    <dgm:cxn modelId="{B6987C5D-4151-409E-A196-85DE28104D06}" type="presParOf" srcId="{58026A55-F790-469E-B998-E90155592317}" destId="{ED886621-152E-454B-A621-D271FABEDC7E}" srcOrd="0" destOrd="0" presId="urn:microsoft.com/office/officeart/2005/8/layout/vList2"/>
    <dgm:cxn modelId="{47FA4BA3-15DF-4923-B7CC-02AC91F4E06F}" type="presParOf" srcId="{58026A55-F790-469E-B998-E90155592317}" destId="{DEF18BF5-4779-40D4-A03F-BFBA4396D2C4}" srcOrd="1" destOrd="0" presId="urn:microsoft.com/office/officeart/2005/8/layout/vList2"/>
    <dgm:cxn modelId="{797E39EF-033A-4508-86C1-8872DF1DCB95}" type="presParOf" srcId="{58026A55-F790-469E-B998-E90155592317}" destId="{719CA430-8086-46CD-AF1B-2EB72CF9CBB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6108B26-7E09-4A1E-A92A-C5B881E5A0C0}" type="doc">
      <dgm:prSet loTypeId="urn:microsoft.com/office/officeart/2005/8/layout/process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81FE04D-4198-45DC-95E8-9D58AA9644AC}">
      <dgm:prSet/>
      <dgm:spPr/>
      <dgm:t>
        <a:bodyPr/>
        <a:lstStyle/>
        <a:p>
          <a:r>
            <a:rPr lang="en-IN" u="sng"/>
            <a:t>Key Observations</a:t>
          </a:r>
          <a:endParaRPr lang="en-IN"/>
        </a:p>
      </dgm:t>
    </dgm:pt>
    <dgm:pt modelId="{4EE998FA-F19A-4DD6-B5B2-6C5B5BF57F0F}" type="parTrans" cxnId="{ED355E98-1FFC-4FD0-856D-AA590FD279FE}">
      <dgm:prSet/>
      <dgm:spPr/>
      <dgm:t>
        <a:bodyPr/>
        <a:lstStyle/>
        <a:p>
          <a:endParaRPr lang="en-IN"/>
        </a:p>
      </dgm:t>
    </dgm:pt>
    <dgm:pt modelId="{3F2A5A52-ACDD-4252-89F4-72E2382366CE}" type="sibTrans" cxnId="{ED355E98-1FFC-4FD0-856D-AA590FD279FE}">
      <dgm:prSet/>
      <dgm:spPr/>
      <dgm:t>
        <a:bodyPr/>
        <a:lstStyle/>
        <a:p>
          <a:endParaRPr lang="en-IN"/>
        </a:p>
      </dgm:t>
    </dgm:pt>
    <dgm:pt modelId="{B249C0DE-9883-470F-B1FC-95DB318B7D3F}">
      <dgm:prSet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/>
            <a:t>Positive relationship between temperature and bike rentals in all seasons</a:t>
          </a:r>
          <a:endParaRPr lang="en-IN" dirty="0"/>
        </a:p>
      </dgm:t>
    </dgm:pt>
    <dgm:pt modelId="{0A9E3DA3-3840-410C-BD5E-780B06900982}" type="parTrans" cxnId="{C47B6083-479D-4909-8D2A-6C6B7169DEF6}">
      <dgm:prSet/>
      <dgm:spPr/>
      <dgm:t>
        <a:bodyPr/>
        <a:lstStyle/>
        <a:p>
          <a:endParaRPr lang="en-IN"/>
        </a:p>
      </dgm:t>
    </dgm:pt>
    <dgm:pt modelId="{39EBA0EF-D1A7-464B-85FA-B7EF21E7746E}" type="sibTrans" cxnId="{C47B6083-479D-4909-8D2A-6C6B7169DEF6}">
      <dgm:prSet/>
      <dgm:spPr/>
      <dgm:t>
        <a:bodyPr/>
        <a:lstStyle/>
        <a:p>
          <a:endParaRPr lang="en-IN"/>
        </a:p>
      </dgm:t>
    </dgm:pt>
    <dgm:pt modelId="{4A3D7107-7A72-4876-8017-CAB16AF1C291}">
      <dgm:prSet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/>
            <a:t>Rentals increase as temperature rises</a:t>
          </a:r>
          <a:endParaRPr lang="en-IN" dirty="0"/>
        </a:p>
      </dgm:t>
    </dgm:pt>
    <dgm:pt modelId="{5D7E9DE6-E8FC-481D-B6F3-1F8649AB759B}" type="parTrans" cxnId="{FF04992B-EA62-4999-9990-70EA05C5A955}">
      <dgm:prSet/>
      <dgm:spPr/>
      <dgm:t>
        <a:bodyPr/>
        <a:lstStyle/>
        <a:p>
          <a:endParaRPr lang="en-IN"/>
        </a:p>
      </dgm:t>
    </dgm:pt>
    <dgm:pt modelId="{297298D5-68FE-403E-AEF7-129B32B63BAC}" type="sibTrans" cxnId="{FF04992B-EA62-4999-9990-70EA05C5A955}">
      <dgm:prSet/>
      <dgm:spPr/>
      <dgm:t>
        <a:bodyPr/>
        <a:lstStyle/>
        <a:p>
          <a:endParaRPr lang="en-IN"/>
        </a:p>
      </dgm:t>
    </dgm:pt>
    <dgm:pt modelId="{B969DA36-78D4-482B-81AE-231911A32657}">
      <dgm:prSet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/>
            <a:t>Spring and Autumn show the strongest increase (steeper trend lines)</a:t>
          </a:r>
          <a:endParaRPr lang="en-IN" dirty="0"/>
        </a:p>
      </dgm:t>
    </dgm:pt>
    <dgm:pt modelId="{B5085052-BBE8-4B90-BF00-8623F787B28F}" type="parTrans" cxnId="{5D2D50DB-9E10-4949-8056-3D60389B539B}">
      <dgm:prSet/>
      <dgm:spPr/>
      <dgm:t>
        <a:bodyPr/>
        <a:lstStyle/>
        <a:p>
          <a:endParaRPr lang="en-IN"/>
        </a:p>
      </dgm:t>
    </dgm:pt>
    <dgm:pt modelId="{13BFB50F-44F0-45E1-92C4-D2DAD576661D}" type="sibTrans" cxnId="{5D2D50DB-9E10-4949-8056-3D60389B539B}">
      <dgm:prSet/>
      <dgm:spPr/>
      <dgm:t>
        <a:bodyPr/>
        <a:lstStyle/>
        <a:p>
          <a:endParaRPr lang="en-IN"/>
        </a:p>
      </dgm:t>
    </dgm:pt>
    <dgm:pt modelId="{7E170424-06D9-40E0-9F3D-5844F9BE6782}">
      <dgm:prSet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/>
            <a:t>Winter has low rentals even as temperature increases</a:t>
          </a:r>
          <a:endParaRPr lang="en-IN" dirty="0"/>
        </a:p>
      </dgm:t>
    </dgm:pt>
    <dgm:pt modelId="{10783E4A-1A0C-4F38-9474-B63AFCF064A0}" type="parTrans" cxnId="{15916588-C58D-4F5C-9110-6FFBE6C7DD15}">
      <dgm:prSet/>
      <dgm:spPr/>
      <dgm:t>
        <a:bodyPr/>
        <a:lstStyle/>
        <a:p>
          <a:endParaRPr lang="en-IN"/>
        </a:p>
      </dgm:t>
    </dgm:pt>
    <dgm:pt modelId="{B8E48FC1-2615-41F9-9A88-7C825069D05D}" type="sibTrans" cxnId="{15916588-C58D-4F5C-9110-6FFBE6C7DD15}">
      <dgm:prSet/>
      <dgm:spPr/>
      <dgm:t>
        <a:bodyPr/>
        <a:lstStyle/>
        <a:p>
          <a:endParaRPr lang="en-IN"/>
        </a:p>
      </dgm:t>
    </dgm:pt>
    <dgm:pt modelId="{098C55D8-0C6B-4091-8307-4770DC057AB8}">
      <dgm:prSet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/>
            <a:t>Summer shows high demand but with more variability</a:t>
          </a:r>
          <a:endParaRPr lang="en-IN" dirty="0"/>
        </a:p>
      </dgm:t>
    </dgm:pt>
    <dgm:pt modelId="{55CD0DEA-1937-4E61-9090-4F0150A384AE}" type="parTrans" cxnId="{7C2CBCDF-41DC-4F35-857E-637E58874DAD}">
      <dgm:prSet/>
      <dgm:spPr/>
      <dgm:t>
        <a:bodyPr/>
        <a:lstStyle/>
        <a:p>
          <a:endParaRPr lang="en-IN"/>
        </a:p>
      </dgm:t>
    </dgm:pt>
    <dgm:pt modelId="{66529276-C3C3-436F-AC29-30F900CED0D9}" type="sibTrans" cxnId="{7C2CBCDF-41DC-4F35-857E-637E58874DAD}">
      <dgm:prSet/>
      <dgm:spPr/>
      <dgm:t>
        <a:bodyPr/>
        <a:lstStyle/>
        <a:p>
          <a:endParaRPr lang="en-IN"/>
        </a:p>
      </dgm:t>
    </dgm:pt>
    <dgm:pt modelId="{F21F087B-9D64-4957-98A7-44B8FA8DF720}" type="pres">
      <dgm:prSet presAssocID="{76108B26-7E09-4A1E-A92A-C5B881E5A0C0}" presName="linearFlow" presStyleCnt="0">
        <dgm:presLayoutVars>
          <dgm:dir/>
          <dgm:animLvl val="lvl"/>
          <dgm:resizeHandles val="exact"/>
        </dgm:presLayoutVars>
      </dgm:prSet>
      <dgm:spPr/>
    </dgm:pt>
    <dgm:pt modelId="{34F4A892-15EF-4051-BD22-A2895B3A620D}" type="pres">
      <dgm:prSet presAssocID="{681FE04D-4198-45DC-95E8-9D58AA9644AC}" presName="composite" presStyleCnt="0"/>
      <dgm:spPr/>
    </dgm:pt>
    <dgm:pt modelId="{8493812D-EC92-4DE0-9AB9-9737CC84DD2A}" type="pres">
      <dgm:prSet presAssocID="{681FE04D-4198-45DC-95E8-9D58AA9644AC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B52C193C-ED09-498C-9C16-379767C1A825}" type="pres">
      <dgm:prSet presAssocID="{681FE04D-4198-45DC-95E8-9D58AA9644AC}" presName="parSh" presStyleLbl="node1" presStyleIdx="0" presStyleCnt="1" custLinFactNeighborX="-107" custLinFactNeighborY="-5073"/>
      <dgm:spPr/>
    </dgm:pt>
    <dgm:pt modelId="{6AD4E2A3-62B8-4283-A1F3-AE642C5EE619}" type="pres">
      <dgm:prSet presAssocID="{681FE04D-4198-45DC-95E8-9D58AA9644AC}" presName="desTx" presStyleLbl="fgAcc1" presStyleIdx="0" presStyleCnt="1">
        <dgm:presLayoutVars>
          <dgm:bulletEnabled val="1"/>
        </dgm:presLayoutVars>
      </dgm:prSet>
      <dgm:spPr/>
    </dgm:pt>
  </dgm:ptLst>
  <dgm:cxnLst>
    <dgm:cxn modelId="{FAFAE11F-E6BB-479A-917B-257D302DA019}" type="presOf" srcId="{7E170424-06D9-40E0-9F3D-5844F9BE6782}" destId="{6AD4E2A3-62B8-4283-A1F3-AE642C5EE619}" srcOrd="0" destOrd="3" presId="urn:microsoft.com/office/officeart/2005/8/layout/process3"/>
    <dgm:cxn modelId="{FF04992B-EA62-4999-9990-70EA05C5A955}" srcId="{681FE04D-4198-45DC-95E8-9D58AA9644AC}" destId="{4A3D7107-7A72-4876-8017-CAB16AF1C291}" srcOrd="1" destOrd="0" parTransId="{5D7E9DE6-E8FC-481D-B6F3-1F8649AB759B}" sibTransId="{297298D5-68FE-403E-AEF7-129B32B63BAC}"/>
    <dgm:cxn modelId="{6028C352-7CA1-41F4-86A8-A8759FE2B333}" type="presOf" srcId="{B969DA36-78D4-482B-81AE-231911A32657}" destId="{6AD4E2A3-62B8-4283-A1F3-AE642C5EE619}" srcOrd="0" destOrd="2" presId="urn:microsoft.com/office/officeart/2005/8/layout/process3"/>
    <dgm:cxn modelId="{FEB61375-53CA-43AF-8002-5476346EA5B4}" type="presOf" srcId="{76108B26-7E09-4A1E-A92A-C5B881E5A0C0}" destId="{F21F087B-9D64-4957-98A7-44B8FA8DF720}" srcOrd="0" destOrd="0" presId="urn:microsoft.com/office/officeart/2005/8/layout/process3"/>
    <dgm:cxn modelId="{C47B6083-479D-4909-8D2A-6C6B7169DEF6}" srcId="{681FE04D-4198-45DC-95E8-9D58AA9644AC}" destId="{B249C0DE-9883-470F-B1FC-95DB318B7D3F}" srcOrd="0" destOrd="0" parTransId="{0A9E3DA3-3840-410C-BD5E-780B06900982}" sibTransId="{39EBA0EF-D1A7-464B-85FA-B7EF21E7746E}"/>
    <dgm:cxn modelId="{15916588-C58D-4F5C-9110-6FFBE6C7DD15}" srcId="{681FE04D-4198-45DC-95E8-9D58AA9644AC}" destId="{7E170424-06D9-40E0-9F3D-5844F9BE6782}" srcOrd="3" destOrd="0" parTransId="{10783E4A-1A0C-4F38-9474-B63AFCF064A0}" sibTransId="{B8E48FC1-2615-41F9-9A88-7C825069D05D}"/>
    <dgm:cxn modelId="{7D696A89-C04A-4BB1-969C-CE45D194D2A9}" type="presOf" srcId="{681FE04D-4198-45DC-95E8-9D58AA9644AC}" destId="{B52C193C-ED09-498C-9C16-379767C1A825}" srcOrd="1" destOrd="0" presId="urn:microsoft.com/office/officeart/2005/8/layout/process3"/>
    <dgm:cxn modelId="{ED355E98-1FFC-4FD0-856D-AA590FD279FE}" srcId="{76108B26-7E09-4A1E-A92A-C5B881E5A0C0}" destId="{681FE04D-4198-45DC-95E8-9D58AA9644AC}" srcOrd="0" destOrd="0" parTransId="{4EE998FA-F19A-4DD6-B5B2-6C5B5BF57F0F}" sibTransId="{3F2A5A52-ACDD-4252-89F4-72E2382366CE}"/>
    <dgm:cxn modelId="{C9111899-531E-4405-9806-F2D3F4A29859}" type="presOf" srcId="{681FE04D-4198-45DC-95E8-9D58AA9644AC}" destId="{8493812D-EC92-4DE0-9AB9-9737CC84DD2A}" srcOrd="0" destOrd="0" presId="urn:microsoft.com/office/officeart/2005/8/layout/process3"/>
    <dgm:cxn modelId="{2A2F79A0-E13A-41F2-A9B1-18AC1904FB26}" type="presOf" srcId="{4A3D7107-7A72-4876-8017-CAB16AF1C291}" destId="{6AD4E2A3-62B8-4283-A1F3-AE642C5EE619}" srcOrd="0" destOrd="1" presId="urn:microsoft.com/office/officeart/2005/8/layout/process3"/>
    <dgm:cxn modelId="{916040AA-DE21-4A21-8429-95C76C277AFE}" type="presOf" srcId="{098C55D8-0C6B-4091-8307-4770DC057AB8}" destId="{6AD4E2A3-62B8-4283-A1F3-AE642C5EE619}" srcOrd="0" destOrd="4" presId="urn:microsoft.com/office/officeart/2005/8/layout/process3"/>
    <dgm:cxn modelId="{B44F8EAE-9475-492A-B798-2EFA9BD11AC3}" type="presOf" srcId="{B249C0DE-9883-470F-B1FC-95DB318B7D3F}" destId="{6AD4E2A3-62B8-4283-A1F3-AE642C5EE619}" srcOrd="0" destOrd="0" presId="urn:microsoft.com/office/officeart/2005/8/layout/process3"/>
    <dgm:cxn modelId="{5D2D50DB-9E10-4949-8056-3D60389B539B}" srcId="{681FE04D-4198-45DC-95E8-9D58AA9644AC}" destId="{B969DA36-78D4-482B-81AE-231911A32657}" srcOrd="2" destOrd="0" parTransId="{B5085052-BBE8-4B90-BF00-8623F787B28F}" sibTransId="{13BFB50F-44F0-45E1-92C4-D2DAD576661D}"/>
    <dgm:cxn modelId="{7C2CBCDF-41DC-4F35-857E-637E58874DAD}" srcId="{681FE04D-4198-45DC-95E8-9D58AA9644AC}" destId="{098C55D8-0C6B-4091-8307-4770DC057AB8}" srcOrd="4" destOrd="0" parTransId="{55CD0DEA-1937-4E61-9090-4F0150A384AE}" sibTransId="{66529276-C3C3-436F-AC29-30F900CED0D9}"/>
    <dgm:cxn modelId="{B1BC24DD-CC42-424B-8697-83D178DB1EFD}" type="presParOf" srcId="{F21F087B-9D64-4957-98A7-44B8FA8DF720}" destId="{34F4A892-15EF-4051-BD22-A2895B3A620D}" srcOrd="0" destOrd="0" presId="urn:microsoft.com/office/officeart/2005/8/layout/process3"/>
    <dgm:cxn modelId="{802CB875-BFBD-4295-B402-784BD6DD809C}" type="presParOf" srcId="{34F4A892-15EF-4051-BD22-A2895B3A620D}" destId="{8493812D-EC92-4DE0-9AB9-9737CC84DD2A}" srcOrd="0" destOrd="0" presId="urn:microsoft.com/office/officeart/2005/8/layout/process3"/>
    <dgm:cxn modelId="{E7AE6FF6-5861-4F1D-9075-166ABAE3E894}" type="presParOf" srcId="{34F4A892-15EF-4051-BD22-A2895B3A620D}" destId="{B52C193C-ED09-498C-9C16-379767C1A825}" srcOrd="1" destOrd="0" presId="urn:microsoft.com/office/officeart/2005/8/layout/process3"/>
    <dgm:cxn modelId="{DDE52A8A-6DE6-462B-96C1-DFDD1750DEBB}" type="presParOf" srcId="{34F4A892-15EF-4051-BD22-A2895B3A620D}" destId="{6AD4E2A3-62B8-4283-A1F3-AE642C5EE61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D67A6DA-7085-4A1D-8517-58A1633D6892}" type="doc">
      <dgm:prSet loTypeId="urn:microsoft.com/office/officeart/2005/8/layout/process1" loCatId="process" qsTypeId="urn:microsoft.com/office/officeart/2005/8/quickstyle/simple5" qsCatId="simple" csTypeId="urn:microsoft.com/office/officeart/2005/8/colors/accent1_4" csCatId="accent1"/>
      <dgm:spPr/>
      <dgm:t>
        <a:bodyPr/>
        <a:lstStyle/>
        <a:p>
          <a:endParaRPr lang="en-IN"/>
        </a:p>
      </dgm:t>
    </dgm:pt>
    <dgm:pt modelId="{BF184FA4-1D2F-4639-9A02-4D2FB659926C}">
      <dgm:prSet/>
      <dgm:spPr/>
      <dgm:t>
        <a:bodyPr/>
        <a:lstStyle/>
        <a:p>
          <a:r>
            <a:rPr lang="en-IN" b="1" dirty="0">
              <a:latin typeface="Avenir Next LT Pro Light" panose="020B0304020202020204" pitchFamily="34" charset="0"/>
            </a:rPr>
            <a:t>We infer that t</a:t>
          </a:r>
          <a:r>
            <a:rPr lang="en-US" b="1" dirty="0" err="1">
              <a:latin typeface="Avenir Next LT Pro Light" panose="020B0304020202020204" pitchFamily="34" charset="0"/>
            </a:rPr>
            <a:t>emperature</a:t>
          </a:r>
          <a:r>
            <a:rPr lang="en-US" b="1" dirty="0">
              <a:latin typeface="Avenir Next LT Pro Light" panose="020B0304020202020204" pitchFamily="34" charset="0"/>
            </a:rPr>
            <a:t> positively influences bike demand, but seasonal context affects its impact</a:t>
          </a:r>
          <a:endParaRPr lang="en-IN" dirty="0">
            <a:latin typeface="Avenir Next LT Pro Light" panose="020B0304020202020204" pitchFamily="34" charset="0"/>
          </a:endParaRPr>
        </a:p>
      </dgm:t>
    </dgm:pt>
    <dgm:pt modelId="{00D39F28-06ED-46BB-8DD8-052CD9EF20CB}" type="parTrans" cxnId="{845C2915-D0A1-45DB-AAA0-E56089BEAB55}">
      <dgm:prSet/>
      <dgm:spPr/>
      <dgm:t>
        <a:bodyPr/>
        <a:lstStyle/>
        <a:p>
          <a:endParaRPr lang="en-IN"/>
        </a:p>
      </dgm:t>
    </dgm:pt>
    <dgm:pt modelId="{FC515A63-316F-4229-B8F0-C6335B3B9769}" type="sibTrans" cxnId="{845C2915-D0A1-45DB-AAA0-E56089BEAB55}">
      <dgm:prSet/>
      <dgm:spPr/>
      <dgm:t>
        <a:bodyPr/>
        <a:lstStyle/>
        <a:p>
          <a:endParaRPr lang="en-IN"/>
        </a:p>
      </dgm:t>
    </dgm:pt>
    <dgm:pt modelId="{08B8E86F-60D2-42B0-8F51-496DC4B7E487}" type="pres">
      <dgm:prSet presAssocID="{4D67A6DA-7085-4A1D-8517-58A1633D6892}" presName="Name0" presStyleCnt="0">
        <dgm:presLayoutVars>
          <dgm:dir/>
          <dgm:resizeHandles val="exact"/>
        </dgm:presLayoutVars>
      </dgm:prSet>
      <dgm:spPr/>
    </dgm:pt>
    <dgm:pt modelId="{B6A13D2B-0073-4DF5-8702-7F98F209917D}" type="pres">
      <dgm:prSet presAssocID="{BF184FA4-1D2F-4639-9A02-4D2FB659926C}" presName="node" presStyleLbl="node1" presStyleIdx="0" presStyleCnt="1" custLinFactNeighborX="-10725" custLinFactNeighborY="-10397">
        <dgm:presLayoutVars>
          <dgm:bulletEnabled val="1"/>
        </dgm:presLayoutVars>
      </dgm:prSet>
      <dgm:spPr/>
    </dgm:pt>
  </dgm:ptLst>
  <dgm:cxnLst>
    <dgm:cxn modelId="{845C2915-D0A1-45DB-AAA0-E56089BEAB55}" srcId="{4D67A6DA-7085-4A1D-8517-58A1633D6892}" destId="{BF184FA4-1D2F-4639-9A02-4D2FB659926C}" srcOrd="0" destOrd="0" parTransId="{00D39F28-06ED-46BB-8DD8-052CD9EF20CB}" sibTransId="{FC515A63-316F-4229-B8F0-C6335B3B9769}"/>
    <dgm:cxn modelId="{C500AF30-B2E4-4E1E-999F-EBD1C03411C4}" type="presOf" srcId="{4D67A6DA-7085-4A1D-8517-58A1633D6892}" destId="{08B8E86F-60D2-42B0-8F51-496DC4B7E487}" srcOrd="0" destOrd="0" presId="urn:microsoft.com/office/officeart/2005/8/layout/process1"/>
    <dgm:cxn modelId="{ECA77E7B-985F-4EB2-995B-F9419A67514D}" type="presOf" srcId="{BF184FA4-1D2F-4639-9A02-4D2FB659926C}" destId="{B6A13D2B-0073-4DF5-8702-7F98F209917D}" srcOrd="0" destOrd="0" presId="urn:microsoft.com/office/officeart/2005/8/layout/process1"/>
    <dgm:cxn modelId="{D69AFF07-8FFB-44EB-B8FD-95D3A972AAE3}" type="presParOf" srcId="{08B8E86F-60D2-42B0-8F51-496DC4B7E487}" destId="{B6A13D2B-0073-4DF5-8702-7F98F209917D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7D18508-36F8-47F8-9E95-6B1A9902EF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BFE861E-D16E-41D7-B82E-A7D8EB947099}">
      <dgm:prSet/>
      <dgm:spPr/>
      <dgm:t>
        <a:bodyPr/>
        <a:lstStyle/>
        <a:p>
          <a:r>
            <a:rPr lang="en-IN" u="sng" dirty="0">
              <a:latin typeface="Arial Black" panose="020B0A04020102020204" pitchFamily="34" charset="0"/>
            </a:rPr>
            <a:t>Key Observations</a:t>
          </a:r>
          <a:endParaRPr lang="en-IN" dirty="0">
            <a:latin typeface="Arial Black" panose="020B0A04020102020204" pitchFamily="34" charset="0"/>
          </a:endParaRPr>
        </a:p>
      </dgm:t>
    </dgm:pt>
    <dgm:pt modelId="{D1B83B4E-1D0F-4448-8B40-CEA58C2A9673}" type="parTrans" cxnId="{74162772-0A21-499A-9FF8-E3D5F6F3080A}">
      <dgm:prSet/>
      <dgm:spPr/>
      <dgm:t>
        <a:bodyPr/>
        <a:lstStyle/>
        <a:p>
          <a:endParaRPr lang="en-IN"/>
        </a:p>
      </dgm:t>
    </dgm:pt>
    <dgm:pt modelId="{D028A7FA-C4D0-4913-8729-D6A99E7E5167}" type="sibTrans" cxnId="{74162772-0A21-499A-9FF8-E3D5F6F3080A}">
      <dgm:prSet/>
      <dgm:spPr/>
      <dgm:t>
        <a:bodyPr/>
        <a:lstStyle/>
        <a:p>
          <a:endParaRPr lang="en-IN"/>
        </a:p>
      </dgm:t>
    </dgm:pt>
    <dgm:pt modelId="{9063E0EA-B48B-4F64-9F59-2E61F0989243}">
      <dgm:prSet/>
      <dgm:spPr/>
      <dgm:t>
        <a:bodyPr/>
        <a:lstStyle/>
        <a:p>
          <a:r>
            <a:rPr lang="en-US" b="0" dirty="0">
              <a:latin typeface="Arial Rounded MT Bold" panose="020F0704030504030204" pitchFamily="34" charset="0"/>
            </a:rPr>
            <a:t>Strong negative relationship between rainfall and bike rentals</a:t>
          </a:r>
          <a:endParaRPr lang="en-IN" b="0" dirty="0">
            <a:latin typeface="Arial Rounded MT Bold" panose="020F0704030504030204" pitchFamily="34" charset="0"/>
          </a:endParaRPr>
        </a:p>
      </dgm:t>
    </dgm:pt>
    <dgm:pt modelId="{35E8B525-6282-4020-8943-13F29C54BF5A}" type="parTrans" cxnId="{CEBC501A-568B-4561-8C4C-1DE8C611E487}">
      <dgm:prSet/>
      <dgm:spPr/>
      <dgm:t>
        <a:bodyPr/>
        <a:lstStyle/>
        <a:p>
          <a:endParaRPr lang="en-IN"/>
        </a:p>
      </dgm:t>
    </dgm:pt>
    <dgm:pt modelId="{8B0E4CD6-4009-4A2B-84DE-6778525F7513}" type="sibTrans" cxnId="{CEBC501A-568B-4561-8C4C-1DE8C611E487}">
      <dgm:prSet/>
      <dgm:spPr/>
      <dgm:t>
        <a:bodyPr/>
        <a:lstStyle/>
        <a:p>
          <a:endParaRPr lang="en-IN"/>
        </a:p>
      </dgm:t>
    </dgm:pt>
    <dgm:pt modelId="{925BA34B-AAF2-4DC4-8BDF-39AC3E267D70}">
      <dgm:prSet/>
      <dgm:spPr/>
      <dgm:t>
        <a:bodyPr/>
        <a:lstStyle/>
        <a:p>
          <a:r>
            <a:rPr lang="en-US" b="0" dirty="0">
              <a:latin typeface="Arial Rounded MT Bold" panose="020F0704030504030204" pitchFamily="34" charset="0"/>
            </a:rPr>
            <a:t>Rentals are highest when rainfall is near 0 mm</a:t>
          </a:r>
          <a:endParaRPr lang="en-IN" b="0" dirty="0">
            <a:latin typeface="Arial Rounded MT Bold" panose="020F0704030504030204" pitchFamily="34" charset="0"/>
          </a:endParaRPr>
        </a:p>
      </dgm:t>
    </dgm:pt>
    <dgm:pt modelId="{72259225-0863-4956-AEB1-6E9DD36428C6}" type="parTrans" cxnId="{0373525F-FDFC-4546-94C4-F01278844FA4}">
      <dgm:prSet/>
      <dgm:spPr/>
      <dgm:t>
        <a:bodyPr/>
        <a:lstStyle/>
        <a:p>
          <a:endParaRPr lang="en-IN"/>
        </a:p>
      </dgm:t>
    </dgm:pt>
    <dgm:pt modelId="{5444B890-5285-47DA-B190-AC7AFF53C7D2}" type="sibTrans" cxnId="{0373525F-FDFC-4546-94C4-F01278844FA4}">
      <dgm:prSet/>
      <dgm:spPr/>
      <dgm:t>
        <a:bodyPr/>
        <a:lstStyle/>
        <a:p>
          <a:endParaRPr lang="en-IN"/>
        </a:p>
      </dgm:t>
    </dgm:pt>
    <dgm:pt modelId="{97445108-7C4B-4F29-B52B-C92C127F07E2}">
      <dgm:prSet/>
      <dgm:spPr/>
      <dgm:t>
        <a:bodyPr/>
        <a:lstStyle/>
        <a:p>
          <a:r>
            <a:rPr lang="en-US" b="0" dirty="0">
              <a:latin typeface="Arial Rounded MT Bold" panose="020F0704030504030204" pitchFamily="34" charset="0"/>
            </a:rPr>
            <a:t>Even small increases in rainfall lead to a sharp drop in demand</a:t>
          </a:r>
          <a:endParaRPr lang="en-IN" b="0" dirty="0">
            <a:latin typeface="Arial Rounded MT Bold" panose="020F0704030504030204" pitchFamily="34" charset="0"/>
          </a:endParaRPr>
        </a:p>
      </dgm:t>
    </dgm:pt>
    <dgm:pt modelId="{01D961B7-12C2-4467-9005-390E29D44B07}" type="parTrans" cxnId="{E0C70B07-9FDD-460E-9D63-FC7DEB66D5B2}">
      <dgm:prSet/>
      <dgm:spPr/>
      <dgm:t>
        <a:bodyPr/>
        <a:lstStyle/>
        <a:p>
          <a:endParaRPr lang="en-IN"/>
        </a:p>
      </dgm:t>
    </dgm:pt>
    <dgm:pt modelId="{AD077A49-DA6F-48B3-BFB4-8BDA5BE8DAB4}" type="sibTrans" cxnId="{E0C70B07-9FDD-460E-9D63-FC7DEB66D5B2}">
      <dgm:prSet/>
      <dgm:spPr/>
      <dgm:t>
        <a:bodyPr/>
        <a:lstStyle/>
        <a:p>
          <a:endParaRPr lang="en-IN"/>
        </a:p>
      </dgm:t>
    </dgm:pt>
    <dgm:pt modelId="{5A9BD3CA-ABD3-4BB6-B3BD-42F4581DE58E}">
      <dgm:prSet/>
      <dgm:spPr/>
      <dgm:t>
        <a:bodyPr/>
        <a:lstStyle/>
        <a:p>
          <a:r>
            <a:rPr lang="en-US" b="0" dirty="0">
              <a:latin typeface="Arial Rounded MT Bold" panose="020F0704030504030204" pitchFamily="34" charset="0"/>
            </a:rPr>
            <a:t>At higher rainfall levels, rentals remain consistently low across all seasons</a:t>
          </a:r>
          <a:endParaRPr lang="en-IN" b="0" dirty="0">
            <a:latin typeface="Arial Rounded MT Bold" panose="020F0704030504030204" pitchFamily="34" charset="0"/>
          </a:endParaRPr>
        </a:p>
      </dgm:t>
    </dgm:pt>
    <dgm:pt modelId="{D4377F60-7BC8-4631-82E7-8A11B77168CF}" type="parTrans" cxnId="{76A03D0F-0FCE-4FC3-9983-01B34CECE4DC}">
      <dgm:prSet/>
      <dgm:spPr/>
      <dgm:t>
        <a:bodyPr/>
        <a:lstStyle/>
        <a:p>
          <a:endParaRPr lang="en-IN"/>
        </a:p>
      </dgm:t>
    </dgm:pt>
    <dgm:pt modelId="{1976DBAC-0610-4942-8027-E0B57FFC7F32}" type="sibTrans" cxnId="{76A03D0F-0FCE-4FC3-9983-01B34CECE4DC}">
      <dgm:prSet/>
      <dgm:spPr/>
      <dgm:t>
        <a:bodyPr/>
        <a:lstStyle/>
        <a:p>
          <a:endParaRPr lang="en-IN"/>
        </a:p>
      </dgm:t>
    </dgm:pt>
    <dgm:pt modelId="{52F6B1D0-675B-4E9A-BD17-ED28675068FE}" type="pres">
      <dgm:prSet presAssocID="{C7D18508-36F8-47F8-9E95-6B1A9902EF57}" presName="Name0" presStyleCnt="0">
        <dgm:presLayoutVars>
          <dgm:dir/>
          <dgm:animLvl val="lvl"/>
          <dgm:resizeHandles val="exact"/>
        </dgm:presLayoutVars>
      </dgm:prSet>
      <dgm:spPr/>
    </dgm:pt>
    <dgm:pt modelId="{EEC46585-AB3E-40AF-A4CB-1216F394D04B}" type="pres">
      <dgm:prSet presAssocID="{CBFE861E-D16E-41D7-B82E-A7D8EB947099}" presName="linNode" presStyleCnt="0"/>
      <dgm:spPr/>
    </dgm:pt>
    <dgm:pt modelId="{2B6ACFA0-5B21-4885-B70D-DB1E2E2299E7}" type="pres">
      <dgm:prSet presAssocID="{CBFE861E-D16E-41D7-B82E-A7D8EB947099}" presName="parentText" presStyleLbl="node1" presStyleIdx="0" presStyleCnt="1" custLinFactNeighborX="-63">
        <dgm:presLayoutVars>
          <dgm:chMax val="1"/>
          <dgm:bulletEnabled val="1"/>
        </dgm:presLayoutVars>
      </dgm:prSet>
      <dgm:spPr/>
    </dgm:pt>
    <dgm:pt modelId="{2D8ADE70-97A2-4AE2-9923-56EAA0DF0FD7}" type="pres">
      <dgm:prSet presAssocID="{CBFE861E-D16E-41D7-B82E-A7D8EB947099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E0C70B07-9FDD-460E-9D63-FC7DEB66D5B2}" srcId="{CBFE861E-D16E-41D7-B82E-A7D8EB947099}" destId="{97445108-7C4B-4F29-B52B-C92C127F07E2}" srcOrd="2" destOrd="0" parTransId="{01D961B7-12C2-4467-9005-390E29D44B07}" sibTransId="{AD077A49-DA6F-48B3-BFB4-8BDA5BE8DAB4}"/>
    <dgm:cxn modelId="{76A03D0F-0FCE-4FC3-9983-01B34CECE4DC}" srcId="{CBFE861E-D16E-41D7-B82E-A7D8EB947099}" destId="{5A9BD3CA-ABD3-4BB6-B3BD-42F4581DE58E}" srcOrd="3" destOrd="0" parTransId="{D4377F60-7BC8-4631-82E7-8A11B77168CF}" sibTransId="{1976DBAC-0610-4942-8027-E0B57FFC7F32}"/>
    <dgm:cxn modelId="{CEBC501A-568B-4561-8C4C-1DE8C611E487}" srcId="{CBFE861E-D16E-41D7-B82E-A7D8EB947099}" destId="{9063E0EA-B48B-4F64-9F59-2E61F0989243}" srcOrd="0" destOrd="0" parTransId="{35E8B525-6282-4020-8943-13F29C54BF5A}" sibTransId="{8B0E4CD6-4009-4A2B-84DE-6778525F7513}"/>
    <dgm:cxn modelId="{1693681F-FCB4-43F0-A9B6-60F387925677}" type="presOf" srcId="{97445108-7C4B-4F29-B52B-C92C127F07E2}" destId="{2D8ADE70-97A2-4AE2-9923-56EAA0DF0FD7}" srcOrd="0" destOrd="2" presId="urn:microsoft.com/office/officeart/2005/8/layout/vList5"/>
    <dgm:cxn modelId="{0373525F-FDFC-4546-94C4-F01278844FA4}" srcId="{CBFE861E-D16E-41D7-B82E-A7D8EB947099}" destId="{925BA34B-AAF2-4DC4-8BDF-39AC3E267D70}" srcOrd="1" destOrd="0" parTransId="{72259225-0863-4956-AEB1-6E9DD36428C6}" sibTransId="{5444B890-5285-47DA-B190-AC7AFF53C7D2}"/>
    <dgm:cxn modelId="{74162772-0A21-499A-9FF8-E3D5F6F3080A}" srcId="{C7D18508-36F8-47F8-9E95-6B1A9902EF57}" destId="{CBFE861E-D16E-41D7-B82E-A7D8EB947099}" srcOrd="0" destOrd="0" parTransId="{D1B83B4E-1D0F-4448-8B40-CEA58C2A9673}" sibTransId="{D028A7FA-C4D0-4913-8729-D6A99E7E5167}"/>
    <dgm:cxn modelId="{E4A33359-9F28-48EB-8EA6-2A534D8F38FB}" type="presOf" srcId="{9063E0EA-B48B-4F64-9F59-2E61F0989243}" destId="{2D8ADE70-97A2-4AE2-9923-56EAA0DF0FD7}" srcOrd="0" destOrd="0" presId="urn:microsoft.com/office/officeart/2005/8/layout/vList5"/>
    <dgm:cxn modelId="{9D5F8788-0917-4C1F-B632-FB6C0FA03EBE}" type="presOf" srcId="{CBFE861E-D16E-41D7-B82E-A7D8EB947099}" destId="{2B6ACFA0-5B21-4885-B70D-DB1E2E2299E7}" srcOrd="0" destOrd="0" presId="urn:microsoft.com/office/officeart/2005/8/layout/vList5"/>
    <dgm:cxn modelId="{796F4ED1-9489-4957-AACD-94C99ECD6734}" type="presOf" srcId="{5A9BD3CA-ABD3-4BB6-B3BD-42F4581DE58E}" destId="{2D8ADE70-97A2-4AE2-9923-56EAA0DF0FD7}" srcOrd="0" destOrd="3" presId="urn:microsoft.com/office/officeart/2005/8/layout/vList5"/>
    <dgm:cxn modelId="{00C4FCD6-61FC-466D-A4D4-A6C70E6E30A6}" type="presOf" srcId="{925BA34B-AAF2-4DC4-8BDF-39AC3E267D70}" destId="{2D8ADE70-97A2-4AE2-9923-56EAA0DF0FD7}" srcOrd="0" destOrd="1" presId="urn:microsoft.com/office/officeart/2005/8/layout/vList5"/>
    <dgm:cxn modelId="{E97F4AE4-03AA-4F82-AE9D-D780EF8172C5}" type="presOf" srcId="{C7D18508-36F8-47F8-9E95-6B1A9902EF57}" destId="{52F6B1D0-675B-4E9A-BD17-ED28675068FE}" srcOrd="0" destOrd="0" presId="urn:microsoft.com/office/officeart/2005/8/layout/vList5"/>
    <dgm:cxn modelId="{7696EE6B-39DA-4E07-A827-844F47E7A036}" type="presParOf" srcId="{52F6B1D0-675B-4E9A-BD17-ED28675068FE}" destId="{EEC46585-AB3E-40AF-A4CB-1216F394D04B}" srcOrd="0" destOrd="0" presId="urn:microsoft.com/office/officeart/2005/8/layout/vList5"/>
    <dgm:cxn modelId="{DE02CC3A-9CBD-44FA-9EBB-3032E1EBC324}" type="presParOf" srcId="{EEC46585-AB3E-40AF-A4CB-1216F394D04B}" destId="{2B6ACFA0-5B21-4885-B70D-DB1E2E2299E7}" srcOrd="0" destOrd="0" presId="urn:microsoft.com/office/officeart/2005/8/layout/vList5"/>
    <dgm:cxn modelId="{57C97CF8-FB60-4CE3-9A41-EA7FCB3884F3}" type="presParOf" srcId="{EEC46585-AB3E-40AF-A4CB-1216F394D04B}" destId="{2D8ADE70-97A2-4AE2-9923-56EAA0DF0FD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A98E40C-C025-4F30-A73E-FBF28F2EA6C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E56C96F-947E-4865-A017-02550E5FEFC1}">
      <dgm:prSet/>
      <dgm:spPr/>
      <dgm:t>
        <a:bodyPr/>
        <a:lstStyle/>
        <a:p>
          <a:r>
            <a:rPr lang="en-US" b="1"/>
            <a:t>Rainfall is a major limiting factor for bike usage</a:t>
          </a:r>
          <a:endParaRPr lang="en-IN"/>
        </a:p>
      </dgm:t>
    </dgm:pt>
    <dgm:pt modelId="{184EB904-B759-410A-8278-47DA11CFB834}" type="parTrans" cxnId="{7185220E-9552-47DF-950B-925A837E1A5A}">
      <dgm:prSet/>
      <dgm:spPr/>
      <dgm:t>
        <a:bodyPr/>
        <a:lstStyle/>
        <a:p>
          <a:endParaRPr lang="en-IN"/>
        </a:p>
      </dgm:t>
    </dgm:pt>
    <dgm:pt modelId="{E38DAB61-96E6-49AC-8917-7FA02D1F8C83}" type="sibTrans" cxnId="{7185220E-9552-47DF-950B-925A837E1A5A}">
      <dgm:prSet/>
      <dgm:spPr/>
      <dgm:t>
        <a:bodyPr/>
        <a:lstStyle/>
        <a:p>
          <a:endParaRPr lang="en-IN"/>
        </a:p>
      </dgm:t>
    </dgm:pt>
    <dgm:pt modelId="{ECC1C8F8-A565-4800-A9FA-8EEC6ED3958A}" type="pres">
      <dgm:prSet presAssocID="{BA98E40C-C025-4F30-A73E-FBF28F2EA6CB}" presName="linear" presStyleCnt="0">
        <dgm:presLayoutVars>
          <dgm:animLvl val="lvl"/>
          <dgm:resizeHandles val="exact"/>
        </dgm:presLayoutVars>
      </dgm:prSet>
      <dgm:spPr/>
    </dgm:pt>
    <dgm:pt modelId="{2C6B359D-E443-47DA-B307-3414FE4EB475}" type="pres">
      <dgm:prSet presAssocID="{5E56C96F-947E-4865-A017-02550E5FEFC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730250C-AC6A-486B-9582-0EA1C655437C}" type="presOf" srcId="{5E56C96F-947E-4865-A017-02550E5FEFC1}" destId="{2C6B359D-E443-47DA-B307-3414FE4EB475}" srcOrd="0" destOrd="0" presId="urn:microsoft.com/office/officeart/2005/8/layout/vList2"/>
    <dgm:cxn modelId="{7185220E-9552-47DF-950B-925A837E1A5A}" srcId="{BA98E40C-C025-4F30-A73E-FBF28F2EA6CB}" destId="{5E56C96F-947E-4865-A017-02550E5FEFC1}" srcOrd="0" destOrd="0" parTransId="{184EB904-B759-410A-8278-47DA11CFB834}" sibTransId="{E38DAB61-96E6-49AC-8917-7FA02D1F8C83}"/>
    <dgm:cxn modelId="{A44385F9-AB27-432B-A43E-F243B3766420}" type="presOf" srcId="{BA98E40C-C025-4F30-A73E-FBF28F2EA6CB}" destId="{ECC1C8F8-A565-4800-A9FA-8EEC6ED3958A}" srcOrd="0" destOrd="0" presId="urn:microsoft.com/office/officeart/2005/8/layout/vList2"/>
    <dgm:cxn modelId="{FF047AE6-C1E1-4526-9670-AD52FE47F9F5}" type="presParOf" srcId="{ECC1C8F8-A565-4800-A9FA-8EEC6ED3958A}" destId="{2C6B359D-E443-47DA-B307-3414FE4EB47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17718A2-6309-44C0-A669-B1A73817C849}" type="doc">
      <dgm:prSet loTypeId="urn:microsoft.com/office/officeart/2005/8/layout/hList1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B2E3010-8594-40CD-9CE7-6B0EF1149675}">
      <dgm:prSet/>
      <dgm:spPr/>
      <dgm:t>
        <a:bodyPr/>
        <a:lstStyle/>
        <a:p>
          <a:r>
            <a:rPr lang="en-IN" u="sng"/>
            <a:t>Key Observations</a:t>
          </a:r>
          <a:endParaRPr lang="en-IN"/>
        </a:p>
      </dgm:t>
    </dgm:pt>
    <dgm:pt modelId="{1498C9AE-2817-47A6-98CA-5246BC234928}" type="parTrans" cxnId="{F443B8CB-805E-4948-801A-925FA3B9389A}">
      <dgm:prSet/>
      <dgm:spPr/>
      <dgm:t>
        <a:bodyPr/>
        <a:lstStyle/>
        <a:p>
          <a:endParaRPr lang="en-IN"/>
        </a:p>
      </dgm:t>
    </dgm:pt>
    <dgm:pt modelId="{A24FB592-0532-4118-8162-EC22EBC44518}" type="sibTrans" cxnId="{F443B8CB-805E-4948-801A-925FA3B9389A}">
      <dgm:prSet/>
      <dgm:spPr/>
      <dgm:t>
        <a:bodyPr/>
        <a:lstStyle/>
        <a:p>
          <a:endParaRPr lang="en-IN"/>
        </a:p>
      </dgm:t>
    </dgm:pt>
    <dgm:pt modelId="{7E2410FC-1624-493D-A654-7010F127231D}">
      <dgm:prSet/>
      <dgm:spPr/>
      <dgm:t>
        <a:bodyPr/>
        <a:lstStyle/>
        <a:p>
          <a:r>
            <a:rPr lang="en-US" dirty="0"/>
            <a:t>Negative relationship between humidity and bike rentals</a:t>
          </a:r>
          <a:endParaRPr lang="en-IN" dirty="0"/>
        </a:p>
      </dgm:t>
    </dgm:pt>
    <dgm:pt modelId="{66ED909E-9F1A-4097-AC89-F9F40B0CFAB9}" type="parTrans" cxnId="{45D5F7DD-EECA-43DA-9C5A-B64ADCF80CC6}">
      <dgm:prSet/>
      <dgm:spPr/>
      <dgm:t>
        <a:bodyPr/>
        <a:lstStyle/>
        <a:p>
          <a:endParaRPr lang="en-IN"/>
        </a:p>
      </dgm:t>
    </dgm:pt>
    <dgm:pt modelId="{19DD5342-BA99-4517-B002-E6FDA0BA68DD}" type="sibTrans" cxnId="{45D5F7DD-EECA-43DA-9C5A-B64ADCF80CC6}">
      <dgm:prSet/>
      <dgm:spPr/>
      <dgm:t>
        <a:bodyPr/>
        <a:lstStyle/>
        <a:p>
          <a:endParaRPr lang="en-IN"/>
        </a:p>
      </dgm:t>
    </dgm:pt>
    <dgm:pt modelId="{C8379E98-D06F-4108-8328-A5273446FF2B}">
      <dgm:prSet/>
      <dgm:spPr/>
      <dgm:t>
        <a:bodyPr/>
        <a:lstStyle/>
        <a:p>
          <a:r>
            <a:rPr lang="en-US"/>
            <a:t>Rentals tend to decrease as humidity increases</a:t>
          </a:r>
          <a:endParaRPr lang="en-IN"/>
        </a:p>
      </dgm:t>
    </dgm:pt>
    <dgm:pt modelId="{60CDDA1F-44CA-43FA-BDB4-2668368A91B1}" type="parTrans" cxnId="{9A67B360-F420-4230-8279-0C1695340CC7}">
      <dgm:prSet/>
      <dgm:spPr/>
      <dgm:t>
        <a:bodyPr/>
        <a:lstStyle/>
        <a:p>
          <a:endParaRPr lang="en-IN"/>
        </a:p>
      </dgm:t>
    </dgm:pt>
    <dgm:pt modelId="{B63F24A9-4E9D-49F6-A4A5-6D415F46EBFA}" type="sibTrans" cxnId="{9A67B360-F420-4230-8279-0C1695340CC7}">
      <dgm:prSet/>
      <dgm:spPr/>
      <dgm:t>
        <a:bodyPr/>
        <a:lstStyle/>
        <a:p>
          <a:endParaRPr lang="en-IN"/>
        </a:p>
      </dgm:t>
    </dgm:pt>
    <dgm:pt modelId="{F032D4FC-1F4E-4AF0-8747-275FB275C35F}">
      <dgm:prSet/>
      <dgm:spPr/>
      <dgm:t>
        <a:bodyPr/>
        <a:lstStyle/>
        <a:p>
          <a:r>
            <a:rPr lang="en-US"/>
            <a:t>High rental activity is concentrated at moderate humidity levels (≈30–60%)</a:t>
          </a:r>
          <a:endParaRPr lang="en-IN"/>
        </a:p>
      </dgm:t>
    </dgm:pt>
    <dgm:pt modelId="{A394EB24-6C07-47DC-BE65-B027EBE73E31}" type="parTrans" cxnId="{88BFBA36-0A7C-41E1-BAC8-D81764F420DA}">
      <dgm:prSet/>
      <dgm:spPr/>
      <dgm:t>
        <a:bodyPr/>
        <a:lstStyle/>
        <a:p>
          <a:endParaRPr lang="en-IN"/>
        </a:p>
      </dgm:t>
    </dgm:pt>
    <dgm:pt modelId="{847E7B96-D0AE-4800-89D5-8243D1B1806C}" type="sibTrans" cxnId="{88BFBA36-0A7C-41E1-BAC8-D81764F420DA}">
      <dgm:prSet/>
      <dgm:spPr/>
      <dgm:t>
        <a:bodyPr/>
        <a:lstStyle/>
        <a:p>
          <a:endParaRPr lang="en-IN"/>
        </a:p>
      </dgm:t>
    </dgm:pt>
    <dgm:pt modelId="{754E0259-3224-42E3-98CD-07B742D39D60}">
      <dgm:prSet/>
      <dgm:spPr/>
      <dgm:t>
        <a:bodyPr/>
        <a:lstStyle/>
        <a:p>
          <a:r>
            <a:rPr lang="en-US"/>
            <a:t>Very high humidity (&gt;70–80%) is associated with lower demand</a:t>
          </a:r>
          <a:endParaRPr lang="en-IN"/>
        </a:p>
      </dgm:t>
    </dgm:pt>
    <dgm:pt modelId="{15F37B96-A299-46BC-9EE7-149973451E0F}" type="parTrans" cxnId="{D7C7B46D-0F20-4461-BB2E-30FBAB1D6462}">
      <dgm:prSet/>
      <dgm:spPr/>
      <dgm:t>
        <a:bodyPr/>
        <a:lstStyle/>
        <a:p>
          <a:endParaRPr lang="en-IN"/>
        </a:p>
      </dgm:t>
    </dgm:pt>
    <dgm:pt modelId="{A656F41C-1DAA-424D-B0D2-AEDEA806CA31}" type="sibTrans" cxnId="{D7C7B46D-0F20-4461-BB2E-30FBAB1D6462}">
      <dgm:prSet/>
      <dgm:spPr/>
      <dgm:t>
        <a:bodyPr/>
        <a:lstStyle/>
        <a:p>
          <a:endParaRPr lang="en-IN"/>
        </a:p>
      </dgm:t>
    </dgm:pt>
    <dgm:pt modelId="{5B5C6702-20EB-44BD-AAEF-65E2D4450B85}" type="pres">
      <dgm:prSet presAssocID="{317718A2-6309-44C0-A669-B1A73817C849}" presName="Name0" presStyleCnt="0">
        <dgm:presLayoutVars>
          <dgm:dir/>
          <dgm:animLvl val="lvl"/>
          <dgm:resizeHandles val="exact"/>
        </dgm:presLayoutVars>
      </dgm:prSet>
      <dgm:spPr/>
    </dgm:pt>
    <dgm:pt modelId="{E3211923-14F1-4DFB-AC3E-EEC68B208925}" type="pres">
      <dgm:prSet presAssocID="{6B2E3010-8594-40CD-9CE7-6B0EF1149675}" presName="composite" presStyleCnt="0"/>
      <dgm:spPr/>
    </dgm:pt>
    <dgm:pt modelId="{797E5E10-05D8-4452-BBE8-BBFF548EAE8F}" type="pres">
      <dgm:prSet presAssocID="{6B2E3010-8594-40CD-9CE7-6B0EF1149675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D528970-F6CD-434D-90EE-C8B521B6002C}" type="pres">
      <dgm:prSet presAssocID="{6B2E3010-8594-40CD-9CE7-6B0EF1149675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D5E8A61F-1844-4C29-B4B4-93BE3AE6BAB9}" type="presOf" srcId="{C8379E98-D06F-4108-8328-A5273446FF2B}" destId="{CD528970-F6CD-434D-90EE-C8B521B6002C}" srcOrd="0" destOrd="1" presId="urn:microsoft.com/office/officeart/2005/8/layout/hList1"/>
    <dgm:cxn modelId="{1C90BB30-69BC-48F8-85EF-4E2DF53AD3CC}" type="presOf" srcId="{F032D4FC-1F4E-4AF0-8747-275FB275C35F}" destId="{CD528970-F6CD-434D-90EE-C8B521B6002C}" srcOrd="0" destOrd="2" presId="urn:microsoft.com/office/officeart/2005/8/layout/hList1"/>
    <dgm:cxn modelId="{88BFBA36-0A7C-41E1-BAC8-D81764F420DA}" srcId="{6B2E3010-8594-40CD-9CE7-6B0EF1149675}" destId="{F032D4FC-1F4E-4AF0-8747-275FB275C35F}" srcOrd="2" destOrd="0" parTransId="{A394EB24-6C07-47DC-BE65-B027EBE73E31}" sibTransId="{847E7B96-D0AE-4800-89D5-8243D1B1806C}"/>
    <dgm:cxn modelId="{9A67B360-F420-4230-8279-0C1695340CC7}" srcId="{6B2E3010-8594-40CD-9CE7-6B0EF1149675}" destId="{C8379E98-D06F-4108-8328-A5273446FF2B}" srcOrd="1" destOrd="0" parTransId="{60CDDA1F-44CA-43FA-BDB4-2668368A91B1}" sibTransId="{B63F24A9-4E9D-49F6-A4A5-6D415F46EBFA}"/>
    <dgm:cxn modelId="{D7C7B46D-0F20-4461-BB2E-30FBAB1D6462}" srcId="{6B2E3010-8594-40CD-9CE7-6B0EF1149675}" destId="{754E0259-3224-42E3-98CD-07B742D39D60}" srcOrd="3" destOrd="0" parTransId="{15F37B96-A299-46BC-9EE7-149973451E0F}" sibTransId="{A656F41C-1DAA-424D-B0D2-AEDEA806CA31}"/>
    <dgm:cxn modelId="{7BE87A53-9025-4E84-A5A8-EDCF0CB320C6}" type="presOf" srcId="{7E2410FC-1624-493D-A654-7010F127231D}" destId="{CD528970-F6CD-434D-90EE-C8B521B6002C}" srcOrd="0" destOrd="0" presId="urn:microsoft.com/office/officeart/2005/8/layout/hList1"/>
    <dgm:cxn modelId="{BC98BD73-690F-49EF-9C6C-74DCCAF9AAE9}" type="presOf" srcId="{6B2E3010-8594-40CD-9CE7-6B0EF1149675}" destId="{797E5E10-05D8-4452-BBE8-BBFF548EAE8F}" srcOrd="0" destOrd="0" presId="urn:microsoft.com/office/officeart/2005/8/layout/hList1"/>
    <dgm:cxn modelId="{11237D8B-9BE5-4CF8-B35B-9FA36E4E795C}" type="presOf" srcId="{317718A2-6309-44C0-A669-B1A73817C849}" destId="{5B5C6702-20EB-44BD-AAEF-65E2D4450B85}" srcOrd="0" destOrd="0" presId="urn:microsoft.com/office/officeart/2005/8/layout/hList1"/>
    <dgm:cxn modelId="{F443B8CB-805E-4948-801A-925FA3B9389A}" srcId="{317718A2-6309-44C0-A669-B1A73817C849}" destId="{6B2E3010-8594-40CD-9CE7-6B0EF1149675}" srcOrd="0" destOrd="0" parTransId="{1498C9AE-2817-47A6-98CA-5246BC234928}" sibTransId="{A24FB592-0532-4118-8162-EC22EBC44518}"/>
    <dgm:cxn modelId="{15F5D0CB-9574-4160-8621-397F6AB36CF1}" type="presOf" srcId="{754E0259-3224-42E3-98CD-07B742D39D60}" destId="{CD528970-F6CD-434D-90EE-C8B521B6002C}" srcOrd="0" destOrd="3" presId="urn:microsoft.com/office/officeart/2005/8/layout/hList1"/>
    <dgm:cxn modelId="{45D5F7DD-EECA-43DA-9C5A-B64ADCF80CC6}" srcId="{6B2E3010-8594-40CD-9CE7-6B0EF1149675}" destId="{7E2410FC-1624-493D-A654-7010F127231D}" srcOrd="0" destOrd="0" parTransId="{66ED909E-9F1A-4097-AC89-F9F40B0CFAB9}" sibTransId="{19DD5342-BA99-4517-B002-E6FDA0BA68DD}"/>
    <dgm:cxn modelId="{2C37ECB5-81E6-4495-A546-12C7B8DF1927}" type="presParOf" srcId="{5B5C6702-20EB-44BD-AAEF-65E2D4450B85}" destId="{E3211923-14F1-4DFB-AC3E-EEC68B208925}" srcOrd="0" destOrd="0" presId="urn:microsoft.com/office/officeart/2005/8/layout/hList1"/>
    <dgm:cxn modelId="{FB28D0AC-4614-47E1-86FF-644FD2A4166B}" type="presParOf" srcId="{E3211923-14F1-4DFB-AC3E-EEC68B208925}" destId="{797E5E10-05D8-4452-BBE8-BBFF548EAE8F}" srcOrd="0" destOrd="0" presId="urn:microsoft.com/office/officeart/2005/8/layout/hList1"/>
    <dgm:cxn modelId="{1E3A6DE7-4FB1-4D96-AA4C-64889380B997}" type="presParOf" srcId="{E3211923-14F1-4DFB-AC3E-EEC68B208925}" destId="{CD528970-F6CD-434D-90EE-C8B521B6002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36FD3E-7824-40A6-9BB2-297445A81D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4E91DF9-6932-45C4-A0CA-647C1C7F154C}">
      <dgm:prSet/>
      <dgm:spPr/>
      <dgm:t>
        <a:bodyPr/>
        <a:lstStyle/>
        <a:p>
          <a:r>
            <a:rPr lang="en-US" b="1"/>
            <a:t>Higher humidity reduces comfort, leading to lower bike usage</a:t>
          </a:r>
          <a:endParaRPr lang="en-IN"/>
        </a:p>
      </dgm:t>
    </dgm:pt>
    <dgm:pt modelId="{26AB7667-31FB-4782-A049-B4CF6095F5E1}" type="parTrans" cxnId="{7A20D52B-7C7F-4886-B144-0E93D0EAF3E6}">
      <dgm:prSet/>
      <dgm:spPr/>
      <dgm:t>
        <a:bodyPr/>
        <a:lstStyle/>
        <a:p>
          <a:endParaRPr lang="en-IN"/>
        </a:p>
      </dgm:t>
    </dgm:pt>
    <dgm:pt modelId="{B85978B7-B1C2-4C6B-B0D2-556676A0A9E9}" type="sibTrans" cxnId="{7A20D52B-7C7F-4886-B144-0E93D0EAF3E6}">
      <dgm:prSet/>
      <dgm:spPr/>
      <dgm:t>
        <a:bodyPr/>
        <a:lstStyle/>
        <a:p>
          <a:endParaRPr lang="en-IN"/>
        </a:p>
      </dgm:t>
    </dgm:pt>
    <dgm:pt modelId="{AFE8045C-2CE1-49F1-B965-1F2B742072E5}" type="pres">
      <dgm:prSet presAssocID="{E836FD3E-7824-40A6-9BB2-297445A81D73}" presName="linear" presStyleCnt="0">
        <dgm:presLayoutVars>
          <dgm:animLvl val="lvl"/>
          <dgm:resizeHandles val="exact"/>
        </dgm:presLayoutVars>
      </dgm:prSet>
      <dgm:spPr/>
    </dgm:pt>
    <dgm:pt modelId="{CCC91550-1C05-4243-845E-0936AFDABDD8}" type="pres">
      <dgm:prSet presAssocID="{64E91DF9-6932-45C4-A0CA-647C1C7F154C}" presName="parentText" presStyleLbl="node1" presStyleIdx="0" presStyleCnt="1" custLinFactNeighborX="-4498" custLinFactNeighborY="-23456">
        <dgm:presLayoutVars>
          <dgm:chMax val="0"/>
          <dgm:bulletEnabled val="1"/>
        </dgm:presLayoutVars>
      </dgm:prSet>
      <dgm:spPr/>
    </dgm:pt>
  </dgm:ptLst>
  <dgm:cxnLst>
    <dgm:cxn modelId="{2CA36517-396C-40AA-8277-9CFD238FD8BB}" type="presOf" srcId="{64E91DF9-6932-45C4-A0CA-647C1C7F154C}" destId="{CCC91550-1C05-4243-845E-0936AFDABDD8}" srcOrd="0" destOrd="0" presId="urn:microsoft.com/office/officeart/2005/8/layout/vList2"/>
    <dgm:cxn modelId="{E066761E-5DCC-49FA-8A38-4EF2BA7DC038}" type="presOf" srcId="{E836FD3E-7824-40A6-9BB2-297445A81D73}" destId="{AFE8045C-2CE1-49F1-B965-1F2B742072E5}" srcOrd="0" destOrd="0" presId="urn:microsoft.com/office/officeart/2005/8/layout/vList2"/>
    <dgm:cxn modelId="{7A20D52B-7C7F-4886-B144-0E93D0EAF3E6}" srcId="{E836FD3E-7824-40A6-9BB2-297445A81D73}" destId="{64E91DF9-6932-45C4-A0CA-647C1C7F154C}" srcOrd="0" destOrd="0" parTransId="{26AB7667-31FB-4782-A049-B4CF6095F5E1}" sibTransId="{B85978B7-B1C2-4C6B-B0D2-556676A0A9E9}"/>
    <dgm:cxn modelId="{37475875-4189-42A3-A4E0-F631CAF52403}" type="presParOf" srcId="{AFE8045C-2CE1-49F1-B965-1F2B742072E5}" destId="{CCC91550-1C05-4243-845E-0936AFDABDD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262733A-7E70-4E95-A611-DE27FAE156DF}" type="doc">
      <dgm:prSet loTypeId="urn:microsoft.com/office/officeart/2005/8/layout/cycle7" loCatId="cycle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FD1F48E-5510-4FC0-88D3-7AF3CCFE1EF9}">
      <dgm:prSet/>
      <dgm:spPr/>
      <dgm:t>
        <a:bodyPr/>
        <a:lstStyle/>
        <a:p>
          <a:r>
            <a:rPr lang="en-IN" b="1" u="sng" dirty="0"/>
            <a:t>Key Observations</a:t>
          </a:r>
          <a:endParaRPr lang="en-IN" b="1" dirty="0"/>
        </a:p>
      </dgm:t>
    </dgm:pt>
    <dgm:pt modelId="{A334D7CD-8706-4C00-B82A-5FC31794A726}" type="parTrans" cxnId="{FAC7B6A6-5EAC-422D-A075-5D1B809D0122}">
      <dgm:prSet/>
      <dgm:spPr/>
      <dgm:t>
        <a:bodyPr/>
        <a:lstStyle/>
        <a:p>
          <a:endParaRPr lang="en-IN"/>
        </a:p>
      </dgm:t>
    </dgm:pt>
    <dgm:pt modelId="{2D505117-2410-414E-97D8-E66B2A651C58}" type="sibTrans" cxnId="{FAC7B6A6-5EAC-422D-A075-5D1B809D0122}">
      <dgm:prSet/>
      <dgm:spPr/>
      <dgm:t>
        <a:bodyPr/>
        <a:lstStyle/>
        <a:p>
          <a:endParaRPr lang="en-IN"/>
        </a:p>
      </dgm:t>
    </dgm:pt>
    <dgm:pt modelId="{64DA2961-3E7B-4FC7-8564-E2615E8A1C1D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Snowfall occurs primarily in Winter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1589EE-FFA1-4B15-BFD4-37F65825CF2E}" type="parTrans" cxnId="{9F901B39-ADF3-4330-9659-E10FB46649B1}">
      <dgm:prSet/>
      <dgm:spPr/>
      <dgm:t>
        <a:bodyPr/>
        <a:lstStyle/>
        <a:p>
          <a:endParaRPr lang="en-IN"/>
        </a:p>
      </dgm:t>
    </dgm:pt>
    <dgm:pt modelId="{4185203E-4CF1-4436-AAA4-C899B90F5B5B}" type="sibTrans" cxnId="{9F901B39-ADF3-4330-9659-E10FB46649B1}">
      <dgm:prSet/>
      <dgm:spPr/>
      <dgm:t>
        <a:bodyPr/>
        <a:lstStyle/>
        <a:p>
          <a:endParaRPr lang="en-IN"/>
        </a:p>
      </dgm:t>
    </dgm:pt>
    <dgm:pt modelId="{35292B26-DD81-4FAF-93FE-EFEBB1005174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Other seasons show little to no snowfall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095E53-4647-47A4-AD4D-F3AF89F04F83}" type="parTrans" cxnId="{BF3F1F66-4A23-449E-BFFD-DC2217CF2EB8}">
      <dgm:prSet/>
      <dgm:spPr/>
      <dgm:t>
        <a:bodyPr/>
        <a:lstStyle/>
        <a:p>
          <a:endParaRPr lang="en-IN"/>
        </a:p>
      </dgm:t>
    </dgm:pt>
    <dgm:pt modelId="{C9FCD99B-A08E-44C1-A695-EBF392E863CF}" type="sibTrans" cxnId="{BF3F1F66-4A23-449E-BFFD-DC2217CF2EB8}">
      <dgm:prSet/>
      <dgm:spPr/>
      <dgm:t>
        <a:bodyPr/>
        <a:lstStyle/>
        <a:p>
          <a:endParaRPr lang="en-IN"/>
        </a:p>
      </dgm:t>
    </dgm:pt>
    <dgm:pt modelId="{14D83BB0-0CE8-46A2-931B-1991839C6AB6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Bike rentals are highest when snowfall = 0 cm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50FEAE-9BC3-42E6-8229-A736C8502A77}" type="parTrans" cxnId="{493D80BF-923B-4BE9-8A0D-5C6DB112125E}">
      <dgm:prSet/>
      <dgm:spPr/>
      <dgm:t>
        <a:bodyPr/>
        <a:lstStyle/>
        <a:p>
          <a:endParaRPr lang="en-IN"/>
        </a:p>
      </dgm:t>
    </dgm:pt>
    <dgm:pt modelId="{1C10D652-C9D8-4FD3-8EF3-798019327750}" type="sibTrans" cxnId="{493D80BF-923B-4BE9-8A0D-5C6DB112125E}">
      <dgm:prSet/>
      <dgm:spPr/>
      <dgm:t>
        <a:bodyPr/>
        <a:lstStyle/>
        <a:p>
          <a:endParaRPr lang="en-IN"/>
        </a:p>
      </dgm:t>
    </dgm:pt>
    <dgm:pt modelId="{1BE77759-E562-48E1-82C1-4C46D991ACEE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Even small snowfall leads to a sharp drop in demand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DFCC07-87C8-4967-8987-9EF86D38A9A6}" type="parTrans" cxnId="{8AB9BAD6-E58F-481F-9E74-7785CE54F14A}">
      <dgm:prSet/>
      <dgm:spPr/>
      <dgm:t>
        <a:bodyPr/>
        <a:lstStyle/>
        <a:p>
          <a:endParaRPr lang="en-IN"/>
        </a:p>
      </dgm:t>
    </dgm:pt>
    <dgm:pt modelId="{20101047-8825-48FF-BCB2-098FAF67F9C9}" type="sibTrans" cxnId="{8AB9BAD6-E58F-481F-9E74-7785CE54F14A}">
      <dgm:prSet/>
      <dgm:spPr/>
      <dgm:t>
        <a:bodyPr/>
        <a:lstStyle/>
        <a:p>
          <a:endParaRPr lang="en-IN"/>
        </a:p>
      </dgm:t>
    </dgm:pt>
    <dgm:pt modelId="{8ED912CD-B9AF-42BC-A02C-60511EEEF735}" type="pres">
      <dgm:prSet presAssocID="{0262733A-7E70-4E95-A611-DE27FAE156DF}" presName="Name0" presStyleCnt="0">
        <dgm:presLayoutVars>
          <dgm:dir/>
          <dgm:resizeHandles val="exact"/>
        </dgm:presLayoutVars>
      </dgm:prSet>
      <dgm:spPr/>
    </dgm:pt>
    <dgm:pt modelId="{A96D3D55-FCC8-4974-A08F-4B4524A21DF7}" type="pres">
      <dgm:prSet presAssocID="{8FD1F48E-5510-4FC0-88D3-7AF3CCFE1EF9}" presName="node" presStyleLbl="node1" presStyleIdx="0" presStyleCnt="1">
        <dgm:presLayoutVars>
          <dgm:bulletEnabled val="1"/>
        </dgm:presLayoutVars>
      </dgm:prSet>
      <dgm:spPr/>
    </dgm:pt>
  </dgm:ptLst>
  <dgm:cxnLst>
    <dgm:cxn modelId="{E7028610-3A55-4DB2-90FD-F1FA285BB901}" type="presOf" srcId="{35292B26-DD81-4FAF-93FE-EFEBB1005174}" destId="{A96D3D55-FCC8-4974-A08F-4B4524A21DF7}" srcOrd="0" destOrd="2" presId="urn:microsoft.com/office/officeart/2005/8/layout/cycle7"/>
    <dgm:cxn modelId="{9F901B39-ADF3-4330-9659-E10FB46649B1}" srcId="{8FD1F48E-5510-4FC0-88D3-7AF3CCFE1EF9}" destId="{64DA2961-3E7B-4FC7-8564-E2615E8A1C1D}" srcOrd="0" destOrd="0" parTransId="{CD1589EE-FFA1-4B15-BFD4-37F65825CF2E}" sibTransId="{4185203E-4CF1-4436-AAA4-C899B90F5B5B}"/>
    <dgm:cxn modelId="{C4FB0741-17FF-43EA-B887-147E33BC47EF}" type="presOf" srcId="{1BE77759-E562-48E1-82C1-4C46D991ACEE}" destId="{A96D3D55-FCC8-4974-A08F-4B4524A21DF7}" srcOrd="0" destOrd="4" presId="urn:microsoft.com/office/officeart/2005/8/layout/cycle7"/>
    <dgm:cxn modelId="{C9A63A44-E66B-430E-A9A4-BE226B37CC95}" type="presOf" srcId="{64DA2961-3E7B-4FC7-8564-E2615E8A1C1D}" destId="{A96D3D55-FCC8-4974-A08F-4B4524A21DF7}" srcOrd="0" destOrd="1" presId="urn:microsoft.com/office/officeart/2005/8/layout/cycle7"/>
    <dgm:cxn modelId="{BF3F1F66-4A23-449E-BFFD-DC2217CF2EB8}" srcId="{8FD1F48E-5510-4FC0-88D3-7AF3CCFE1EF9}" destId="{35292B26-DD81-4FAF-93FE-EFEBB1005174}" srcOrd="1" destOrd="0" parTransId="{8A095E53-4647-47A4-AD4D-F3AF89F04F83}" sibTransId="{C9FCD99B-A08E-44C1-A695-EBF392E863CF}"/>
    <dgm:cxn modelId="{FAC7B6A6-5EAC-422D-A075-5D1B809D0122}" srcId="{0262733A-7E70-4E95-A611-DE27FAE156DF}" destId="{8FD1F48E-5510-4FC0-88D3-7AF3CCFE1EF9}" srcOrd="0" destOrd="0" parTransId="{A334D7CD-8706-4C00-B82A-5FC31794A726}" sibTransId="{2D505117-2410-414E-97D8-E66B2A651C58}"/>
    <dgm:cxn modelId="{D1292CAF-4FB0-4714-8664-1A323A11BF00}" type="presOf" srcId="{0262733A-7E70-4E95-A611-DE27FAE156DF}" destId="{8ED912CD-B9AF-42BC-A02C-60511EEEF735}" srcOrd="0" destOrd="0" presId="urn:microsoft.com/office/officeart/2005/8/layout/cycle7"/>
    <dgm:cxn modelId="{B253F1B9-0865-49BE-8045-237912E38EBD}" type="presOf" srcId="{14D83BB0-0CE8-46A2-931B-1991839C6AB6}" destId="{A96D3D55-FCC8-4974-A08F-4B4524A21DF7}" srcOrd="0" destOrd="3" presId="urn:microsoft.com/office/officeart/2005/8/layout/cycle7"/>
    <dgm:cxn modelId="{493D80BF-923B-4BE9-8A0D-5C6DB112125E}" srcId="{8FD1F48E-5510-4FC0-88D3-7AF3CCFE1EF9}" destId="{14D83BB0-0CE8-46A2-931B-1991839C6AB6}" srcOrd="2" destOrd="0" parTransId="{FA50FEAE-9BC3-42E6-8229-A736C8502A77}" sibTransId="{1C10D652-C9D8-4FD3-8EF3-798019327750}"/>
    <dgm:cxn modelId="{8AB9BAD6-E58F-481F-9E74-7785CE54F14A}" srcId="{8FD1F48E-5510-4FC0-88D3-7AF3CCFE1EF9}" destId="{1BE77759-E562-48E1-82C1-4C46D991ACEE}" srcOrd="3" destOrd="0" parTransId="{DADFCC07-87C8-4967-8987-9EF86D38A9A6}" sibTransId="{20101047-8825-48FF-BCB2-098FAF67F9C9}"/>
    <dgm:cxn modelId="{ABFD03E2-1336-4E34-9948-67FC06C7B7BD}" type="presOf" srcId="{8FD1F48E-5510-4FC0-88D3-7AF3CCFE1EF9}" destId="{A96D3D55-FCC8-4974-A08F-4B4524A21DF7}" srcOrd="0" destOrd="0" presId="urn:microsoft.com/office/officeart/2005/8/layout/cycle7"/>
    <dgm:cxn modelId="{12CE2873-99C2-448A-AF6B-20BB12FE378A}" type="presParOf" srcId="{8ED912CD-B9AF-42BC-A02C-60511EEEF735}" destId="{A96D3D55-FCC8-4974-A08F-4B4524A21DF7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B35FFF9-C842-47B3-BB1C-D61ECAF8F71B}" type="doc">
      <dgm:prSet loTypeId="urn:diagrams.loki3.com/VaryingWidth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2190207-D98E-48E4-A833-5347AF194C39}">
      <dgm:prSet/>
      <dgm:spPr/>
      <dgm:t>
        <a:bodyPr/>
        <a:lstStyle/>
        <a:p>
          <a:r>
            <a:rPr lang="en-US" b="1" dirty="0"/>
            <a:t>Snowfall is a strong limiting factor and mainly affects Winter demand</a:t>
          </a:r>
          <a:endParaRPr lang="en-IN" dirty="0"/>
        </a:p>
      </dgm:t>
    </dgm:pt>
    <dgm:pt modelId="{6026E770-C9E8-483C-8FB6-5E258AE8B7AD}" type="parTrans" cxnId="{B268290A-584A-40FE-BC94-789733EB29B6}">
      <dgm:prSet/>
      <dgm:spPr/>
      <dgm:t>
        <a:bodyPr/>
        <a:lstStyle/>
        <a:p>
          <a:endParaRPr lang="en-IN"/>
        </a:p>
      </dgm:t>
    </dgm:pt>
    <dgm:pt modelId="{DB9436E0-A300-4D09-92DB-0ED17B041BFA}" type="sibTrans" cxnId="{B268290A-584A-40FE-BC94-789733EB29B6}">
      <dgm:prSet/>
      <dgm:spPr/>
      <dgm:t>
        <a:bodyPr/>
        <a:lstStyle/>
        <a:p>
          <a:endParaRPr lang="en-IN"/>
        </a:p>
      </dgm:t>
    </dgm:pt>
    <dgm:pt modelId="{AC1B6142-27D8-4247-941C-D9B62E233CEC}">
      <dgm:prSet/>
      <dgm:spPr/>
      <dgm:t>
        <a:bodyPr/>
        <a:lstStyle/>
        <a:p>
          <a:r>
            <a:rPr lang="en-IN" dirty="0"/>
            <a:t>(Since there was no snowfall during summer and Spring, There is no regression line to follow.)</a:t>
          </a:r>
        </a:p>
      </dgm:t>
    </dgm:pt>
    <dgm:pt modelId="{FA2C6A2E-5EF9-4A19-B077-40A259A425B9}" type="parTrans" cxnId="{63357F0A-028C-43A4-A5B9-8D4985604300}">
      <dgm:prSet/>
      <dgm:spPr/>
      <dgm:t>
        <a:bodyPr/>
        <a:lstStyle/>
        <a:p>
          <a:endParaRPr lang="en-IN"/>
        </a:p>
      </dgm:t>
    </dgm:pt>
    <dgm:pt modelId="{C34FB150-5D7B-476D-B61E-511D12BAD26C}" type="sibTrans" cxnId="{63357F0A-028C-43A4-A5B9-8D4985604300}">
      <dgm:prSet/>
      <dgm:spPr/>
      <dgm:t>
        <a:bodyPr/>
        <a:lstStyle/>
        <a:p>
          <a:endParaRPr lang="en-IN"/>
        </a:p>
      </dgm:t>
    </dgm:pt>
    <dgm:pt modelId="{1BA9C0EB-10F8-480F-8995-E54E885EE675}" type="pres">
      <dgm:prSet presAssocID="{3B35FFF9-C842-47B3-BB1C-D61ECAF8F71B}" presName="Name0" presStyleCnt="0">
        <dgm:presLayoutVars>
          <dgm:resizeHandles/>
        </dgm:presLayoutVars>
      </dgm:prSet>
      <dgm:spPr/>
    </dgm:pt>
    <dgm:pt modelId="{4F4343B3-D976-442E-99BC-59CDED3F6C0E}" type="pres">
      <dgm:prSet presAssocID="{12190207-D98E-48E4-A833-5347AF194C39}" presName="text" presStyleLbl="node1" presStyleIdx="0" presStyleCnt="2">
        <dgm:presLayoutVars>
          <dgm:bulletEnabled val="1"/>
        </dgm:presLayoutVars>
      </dgm:prSet>
      <dgm:spPr/>
    </dgm:pt>
    <dgm:pt modelId="{6270592A-7931-41C4-B8B3-9E5DAB6C2CE4}" type="pres">
      <dgm:prSet presAssocID="{DB9436E0-A300-4D09-92DB-0ED17B041BFA}" presName="space" presStyleCnt="0"/>
      <dgm:spPr/>
    </dgm:pt>
    <dgm:pt modelId="{65C7D385-8A6C-4CE7-AAB9-BE7332C372C5}" type="pres">
      <dgm:prSet presAssocID="{AC1B6142-27D8-4247-941C-D9B62E233CEC}" presName="text" presStyleLbl="node1" presStyleIdx="1" presStyleCnt="2">
        <dgm:presLayoutVars>
          <dgm:bulletEnabled val="1"/>
        </dgm:presLayoutVars>
      </dgm:prSet>
      <dgm:spPr/>
    </dgm:pt>
  </dgm:ptLst>
  <dgm:cxnLst>
    <dgm:cxn modelId="{B268290A-584A-40FE-BC94-789733EB29B6}" srcId="{3B35FFF9-C842-47B3-BB1C-D61ECAF8F71B}" destId="{12190207-D98E-48E4-A833-5347AF194C39}" srcOrd="0" destOrd="0" parTransId="{6026E770-C9E8-483C-8FB6-5E258AE8B7AD}" sibTransId="{DB9436E0-A300-4D09-92DB-0ED17B041BFA}"/>
    <dgm:cxn modelId="{63357F0A-028C-43A4-A5B9-8D4985604300}" srcId="{3B35FFF9-C842-47B3-BB1C-D61ECAF8F71B}" destId="{AC1B6142-27D8-4247-941C-D9B62E233CEC}" srcOrd="1" destOrd="0" parTransId="{FA2C6A2E-5EF9-4A19-B077-40A259A425B9}" sibTransId="{C34FB150-5D7B-476D-B61E-511D12BAD26C}"/>
    <dgm:cxn modelId="{B34C443E-AE8A-4085-90D1-69F3999FDDE0}" type="presOf" srcId="{12190207-D98E-48E4-A833-5347AF194C39}" destId="{4F4343B3-D976-442E-99BC-59CDED3F6C0E}" srcOrd="0" destOrd="0" presId="urn:diagrams.loki3.com/VaryingWidthList"/>
    <dgm:cxn modelId="{B47C3B4F-6B33-4E78-9D6E-705477A01CB2}" type="presOf" srcId="{AC1B6142-27D8-4247-941C-D9B62E233CEC}" destId="{65C7D385-8A6C-4CE7-AAB9-BE7332C372C5}" srcOrd="0" destOrd="0" presId="urn:diagrams.loki3.com/VaryingWidthList"/>
    <dgm:cxn modelId="{09F17986-8A4C-4695-B200-50B4E6FF3B58}" type="presOf" srcId="{3B35FFF9-C842-47B3-BB1C-D61ECAF8F71B}" destId="{1BA9C0EB-10F8-480F-8995-E54E885EE675}" srcOrd="0" destOrd="0" presId="urn:diagrams.loki3.com/VaryingWidthList"/>
    <dgm:cxn modelId="{7FCEE81C-28E7-48D7-BEF8-207EF7DE0C94}" type="presParOf" srcId="{1BA9C0EB-10F8-480F-8995-E54E885EE675}" destId="{4F4343B3-D976-442E-99BC-59CDED3F6C0E}" srcOrd="0" destOrd="0" presId="urn:diagrams.loki3.com/VaryingWidthList"/>
    <dgm:cxn modelId="{6EECF0E3-A717-4DAD-96FD-200AA3CD4731}" type="presParOf" srcId="{1BA9C0EB-10F8-480F-8995-E54E885EE675}" destId="{6270592A-7931-41C4-B8B3-9E5DAB6C2CE4}" srcOrd="1" destOrd="0" presId="urn:diagrams.loki3.com/VaryingWidthList"/>
    <dgm:cxn modelId="{1850F448-F92C-4EA0-85C1-A82BC4B26F89}" type="presParOf" srcId="{1BA9C0EB-10F8-480F-8995-E54E885EE675}" destId="{65C7D385-8A6C-4CE7-AAB9-BE7332C372C5}" srcOrd="2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1F81556-C83E-4D48-BD62-13BAABEFF24D}" type="doc">
      <dgm:prSet loTypeId="urn:microsoft.com/office/officeart/2005/8/layout/hierarchy4" loCatId="relationship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C7B2371-A7C0-4EC6-93C7-C7A45DD4CD45}">
      <dgm:prSet/>
      <dgm:spPr/>
      <dgm:t>
        <a:bodyPr/>
        <a:lstStyle/>
        <a:p>
          <a:r>
            <a:rPr lang="en-US" u="sng"/>
            <a:t>Key Findings</a:t>
          </a:r>
          <a:endParaRPr lang="en-IN"/>
        </a:p>
      </dgm:t>
    </dgm:pt>
    <dgm:pt modelId="{F6989106-B535-437E-A195-B6A384FFEAB7}" type="parTrans" cxnId="{A3B459CC-C368-48C1-A0BC-115C504B0738}">
      <dgm:prSet/>
      <dgm:spPr/>
      <dgm:t>
        <a:bodyPr/>
        <a:lstStyle/>
        <a:p>
          <a:endParaRPr lang="en-IN"/>
        </a:p>
      </dgm:t>
    </dgm:pt>
    <dgm:pt modelId="{BF84EDA5-C157-4EBA-9DF5-139D07439262}" type="sibTrans" cxnId="{A3B459CC-C368-48C1-A0BC-115C504B0738}">
      <dgm:prSet/>
      <dgm:spPr/>
      <dgm:t>
        <a:bodyPr/>
        <a:lstStyle/>
        <a:p>
          <a:endParaRPr lang="en-IN"/>
        </a:p>
      </dgm:t>
    </dgm:pt>
    <dgm:pt modelId="{5B4C9105-8407-4DE6-BC40-7BC0E5DC1D09}">
      <dgm:prSet/>
      <dgm:spPr/>
      <dgm:t>
        <a:bodyPr/>
        <a:lstStyle/>
        <a:p>
          <a:r>
            <a:rPr lang="en-US"/>
            <a:t>Bike demand is seasonal, with highest usage in Summer and Autumn</a:t>
          </a:r>
          <a:r>
            <a:rPr lang="en-IN"/>
            <a:t>.</a:t>
          </a:r>
        </a:p>
      </dgm:t>
    </dgm:pt>
    <dgm:pt modelId="{F0A82308-F578-4AF6-B510-75D6C7946070}" type="parTrans" cxnId="{DCE03316-1148-4DCF-8E3C-81F1E69E082C}">
      <dgm:prSet/>
      <dgm:spPr/>
      <dgm:t>
        <a:bodyPr/>
        <a:lstStyle/>
        <a:p>
          <a:endParaRPr lang="en-IN"/>
        </a:p>
      </dgm:t>
    </dgm:pt>
    <dgm:pt modelId="{09FFD169-F35F-4062-9A12-B104B1952A27}" type="sibTrans" cxnId="{DCE03316-1148-4DCF-8E3C-81F1E69E082C}">
      <dgm:prSet/>
      <dgm:spPr/>
      <dgm:t>
        <a:bodyPr/>
        <a:lstStyle/>
        <a:p>
          <a:endParaRPr lang="en-IN"/>
        </a:p>
      </dgm:t>
    </dgm:pt>
    <dgm:pt modelId="{A4D4BC31-6F6B-4281-A136-30415857497F}">
      <dgm:prSet/>
      <dgm:spPr/>
      <dgm:t>
        <a:bodyPr/>
        <a:lstStyle/>
        <a:p>
          <a:r>
            <a:rPr lang="en-US"/>
            <a:t>Peak usage occurs during evening hours (around 6–</a:t>
          </a:r>
          <a:r>
            <a:rPr lang="en-IN"/>
            <a:t>8</a:t>
          </a:r>
          <a:r>
            <a:rPr lang="en-US"/>
            <a:t> PM)</a:t>
          </a:r>
          <a:endParaRPr lang="en-IN"/>
        </a:p>
      </dgm:t>
    </dgm:pt>
    <dgm:pt modelId="{CC27685D-0E0D-4FBB-8C83-B7AC2BBEE919}" type="parTrans" cxnId="{F85C0E08-ABD7-4A2C-AC61-3F520AD4424E}">
      <dgm:prSet/>
      <dgm:spPr/>
      <dgm:t>
        <a:bodyPr/>
        <a:lstStyle/>
        <a:p>
          <a:endParaRPr lang="en-IN"/>
        </a:p>
      </dgm:t>
    </dgm:pt>
    <dgm:pt modelId="{4BDA2815-B3A5-4A49-A25E-55B352074751}" type="sibTrans" cxnId="{F85C0E08-ABD7-4A2C-AC61-3F520AD4424E}">
      <dgm:prSet/>
      <dgm:spPr/>
      <dgm:t>
        <a:bodyPr/>
        <a:lstStyle/>
        <a:p>
          <a:endParaRPr lang="en-IN"/>
        </a:p>
      </dgm:t>
    </dgm:pt>
    <dgm:pt modelId="{FFA71B32-1010-4A79-9D45-E9E2D09280BD}">
      <dgm:prSet/>
      <dgm:spPr/>
      <dgm:t>
        <a:bodyPr/>
        <a:lstStyle/>
        <a:p>
          <a:r>
            <a:rPr lang="en-US"/>
            <a:t>Temperature positively influences demand, with optimal usage in moderate warm conditions</a:t>
          </a:r>
          <a:endParaRPr lang="en-IN"/>
        </a:p>
      </dgm:t>
    </dgm:pt>
    <dgm:pt modelId="{021420F1-C045-43A7-8AF4-D2B3265515E4}" type="parTrans" cxnId="{42F44106-9416-4A44-BC17-FCF6A817AF4E}">
      <dgm:prSet/>
      <dgm:spPr/>
      <dgm:t>
        <a:bodyPr/>
        <a:lstStyle/>
        <a:p>
          <a:endParaRPr lang="en-IN"/>
        </a:p>
      </dgm:t>
    </dgm:pt>
    <dgm:pt modelId="{CFCF46EC-9FCA-4E9D-8B07-D09E2D791772}" type="sibTrans" cxnId="{42F44106-9416-4A44-BC17-FCF6A817AF4E}">
      <dgm:prSet/>
      <dgm:spPr/>
      <dgm:t>
        <a:bodyPr/>
        <a:lstStyle/>
        <a:p>
          <a:endParaRPr lang="en-IN"/>
        </a:p>
      </dgm:t>
    </dgm:pt>
    <dgm:pt modelId="{B7D379B6-89EF-4541-B7E3-569F1F636DA3}">
      <dgm:prSet/>
      <dgm:spPr/>
      <dgm:t>
        <a:bodyPr/>
        <a:lstStyle/>
        <a:p>
          <a:r>
            <a:rPr lang="en-US"/>
            <a:t>Rainfall and snowfall significantly reduce rentals</a:t>
          </a:r>
          <a:endParaRPr lang="en-IN"/>
        </a:p>
      </dgm:t>
    </dgm:pt>
    <dgm:pt modelId="{BB04F654-D386-4499-9914-810EE6D81A46}" type="parTrans" cxnId="{E280D7AD-084F-47B4-8DD4-3F9DCD939A5D}">
      <dgm:prSet/>
      <dgm:spPr/>
      <dgm:t>
        <a:bodyPr/>
        <a:lstStyle/>
        <a:p>
          <a:endParaRPr lang="en-IN"/>
        </a:p>
      </dgm:t>
    </dgm:pt>
    <dgm:pt modelId="{8784B1BE-C8D5-476B-B609-70908D8601FC}" type="sibTrans" cxnId="{E280D7AD-084F-47B4-8DD4-3F9DCD939A5D}">
      <dgm:prSet/>
      <dgm:spPr/>
      <dgm:t>
        <a:bodyPr/>
        <a:lstStyle/>
        <a:p>
          <a:endParaRPr lang="en-IN"/>
        </a:p>
      </dgm:t>
    </dgm:pt>
    <dgm:pt modelId="{927B5BDF-5BB5-4557-8F53-8C9D0BDD54E8}">
      <dgm:prSet/>
      <dgm:spPr/>
      <dgm:t>
        <a:bodyPr/>
        <a:lstStyle/>
        <a:p>
          <a:r>
            <a:rPr lang="en-US"/>
            <a:t>Humidity has a moderate negative effect on usage</a:t>
          </a:r>
          <a:endParaRPr lang="en-IN"/>
        </a:p>
      </dgm:t>
    </dgm:pt>
    <dgm:pt modelId="{AC6495D2-2733-4710-9B5F-DA9D6A96190C}" type="parTrans" cxnId="{43526906-FADB-4D43-BC15-BFBC435DC8E8}">
      <dgm:prSet/>
      <dgm:spPr/>
      <dgm:t>
        <a:bodyPr/>
        <a:lstStyle/>
        <a:p>
          <a:endParaRPr lang="en-IN"/>
        </a:p>
      </dgm:t>
    </dgm:pt>
    <dgm:pt modelId="{30CADC25-170A-4CC5-80BF-05F15E403E3E}" type="sibTrans" cxnId="{43526906-FADB-4D43-BC15-BFBC435DC8E8}">
      <dgm:prSet/>
      <dgm:spPr/>
      <dgm:t>
        <a:bodyPr/>
        <a:lstStyle/>
        <a:p>
          <a:endParaRPr lang="en-IN"/>
        </a:p>
      </dgm:t>
    </dgm:pt>
    <dgm:pt modelId="{A4E8D3FE-908B-41C6-9CD3-9A738EAFDEF8}" type="pres">
      <dgm:prSet presAssocID="{81F81556-C83E-4D48-BD62-13BAABEFF24D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14426A-73DB-4B03-B145-38B33FE8930E}" type="pres">
      <dgm:prSet presAssocID="{7C7B2371-A7C0-4EC6-93C7-C7A45DD4CD45}" presName="vertOne" presStyleCnt="0"/>
      <dgm:spPr/>
    </dgm:pt>
    <dgm:pt modelId="{0CB874BF-67B6-4F97-96A1-B3626905ADB9}" type="pres">
      <dgm:prSet presAssocID="{7C7B2371-A7C0-4EC6-93C7-C7A45DD4CD45}" presName="txOne" presStyleLbl="node0" presStyleIdx="0" presStyleCnt="1" custLinFactNeighborX="-40" custLinFactNeighborY="6767">
        <dgm:presLayoutVars>
          <dgm:chPref val="3"/>
        </dgm:presLayoutVars>
      </dgm:prSet>
      <dgm:spPr/>
    </dgm:pt>
    <dgm:pt modelId="{C27D4385-42AE-4F94-92B9-247C210018E6}" type="pres">
      <dgm:prSet presAssocID="{7C7B2371-A7C0-4EC6-93C7-C7A45DD4CD45}" presName="parTransOne" presStyleCnt="0"/>
      <dgm:spPr/>
    </dgm:pt>
    <dgm:pt modelId="{99D35935-39A1-464D-AEDF-301FA377B5F9}" type="pres">
      <dgm:prSet presAssocID="{7C7B2371-A7C0-4EC6-93C7-C7A45DD4CD45}" presName="horzOne" presStyleCnt="0"/>
      <dgm:spPr/>
    </dgm:pt>
    <dgm:pt modelId="{35D4AA5C-7C41-4B81-B88A-64E891AE7CC7}" type="pres">
      <dgm:prSet presAssocID="{5B4C9105-8407-4DE6-BC40-7BC0E5DC1D09}" presName="vertTwo" presStyleCnt="0"/>
      <dgm:spPr/>
    </dgm:pt>
    <dgm:pt modelId="{A1E59799-69FF-489B-B4A9-F5C0FCA014EE}" type="pres">
      <dgm:prSet presAssocID="{5B4C9105-8407-4DE6-BC40-7BC0E5DC1D09}" presName="txTwo" presStyleLbl="node2" presStyleIdx="0" presStyleCnt="5">
        <dgm:presLayoutVars>
          <dgm:chPref val="3"/>
        </dgm:presLayoutVars>
      </dgm:prSet>
      <dgm:spPr/>
    </dgm:pt>
    <dgm:pt modelId="{CC11B89B-A3E5-4EA0-A235-C7CEE5752CFA}" type="pres">
      <dgm:prSet presAssocID="{5B4C9105-8407-4DE6-BC40-7BC0E5DC1D09}" presName="horzTwo" presStyleCnt="0"/>
      <dgm:spPr/>
    </dgm:pt>
    <dgm:pt modelId="{83902EFD-9EF4-456B-840E-045C546C943A}" type="pres">
      <dgm:prSet presAssocID="{09FFD169-F35F-4062-9A12-B104B1952A27}" presName="sibSpaceTwo" presStyleCnt="0"/>
      <dgm:spPr/>
    </dgm:pt>
    <dgm:pt modelId="{0870B5DB-8117-47F6-8B38-260D488954A9}" type="pres">
      <dgm:prSet presAssocID="{A4D4BC31-6F6B-4281-A136-30415857497F}" presName="vertTwo" presStyleCnt="0"/>
      <dgm:spPr/>
    </dgm:pt>
    <dgm:pt modelId="{2C4FC95D-C06A-47CC-B04E-0C25B6401D32}" type="pres">
      <dgm:prSet presAssocID="{A4D4BC31-6F6B-4281-A136-30415857497F}" presName="txTwo" presStyleLbl="node2" presStyleIdx="1" presStyleCnt="5">
        <dgm:presLayoutVars>
          <dgm:chPref val="3"/>
        </dgm:presLayoutVars>
      </dgm:prSet>
      <dgm:spPr/>
    </dgm:pt>
    <dgm:pt modelId="{54D8AAC1-B72A-4E4D-9EEF-A56EBE59CF2C}" type="pres">
      <dgm:prSet presAssocID="{A4D4BC31-6F6B-4281-A136-30415857497F}" presName="horzTwo" presStyleCnt="0"/>
      <dgm:spPr/>
    </dgm:pt>
    <dgm:pt modelId="{6B301E14-23D3-48B1-B645-F4E13462C651}" type="pres">
      <dgm:prSet presAssocID="{4BDA2815-B3A5-4A49-A25E-55B352074751}" presName="sibSpaceTwo" presStyleCnt="0"/>
      <dgm:spPr/>
    </dgm:pt>
    <dgm:pt modelId="{C773164F-5930-4385-830B-3B9BD8F5C6B3}" type="pres">
      <dgm:prSet presAssocID="{FFA71B32-1010-4A79-9D45-E9E2D09280BD}" presName="vertTwo" presStyleCnt="0"/>
      <dgm:spPr/>
    </dgm:pt>
    <dgm:pt modelId="{8D876449-8548-48EE-A48B-15A9B4F80070}" type="pres">
      <dgm:prSet presAssocID="{FFA71B32-1010-4A79-9D45-E9E2D09280BD}" presName="txTwo" presStyleLbl="node2" presStyleIdx="2" presStyleCnt="5">
        <dgm:presLayoutVars>
          <dgm:chPref val="3"/>
        </dgm:presLayoutVars>
      </dgm:prSet>
      <dgm:spPr/>
    </dgm:pt>
    <dgm:pt modelId="{DD841110-2C23-42F1-9ECB-4902ED6A4B5E}" type="pres">
      <dgm:prSet presAssocID="{FFA71B32-1010-4A79-9D45-E9E2D09280BD}" presName="horzTwo" presStyleCnt="0"/>
      <dgm:spPr/>
    </dgm:pt>
    <dgm:pt modelId="{F607788D-049F-4695-9C11-B29F55589CCC}" type="pres">
      <dgm:prSet presAssocID="{CFCF46EC-9FCA-4E9D-8B07-D09E2D791772}" presName="sibSpaceTwo" presStyleCnt="0"/>
      <dgm:spPr/>
    </dgm:pt>
    <dgm:pt modelId="{1C38D9F5-FF0A-420A-8434-132EC38322D7}" type="pres">
      <dgm:prSet presAssocID="{B7D379B6-89EF-4541-B7E3-569F1F636DA3}" presName="vertTwo" presStyleCnt="0"/>
      <dgm:spPr/>
    </dgm:pt>
    <dgm:pt modelId="{E3DE4DE5-51F0-4D57-9ABD-BDB7DC0E20E5}" type="pres">
      <dgm:prSet presAssocID="{B7D379B6-89EF-4541-B7E3-569F1F636DA3}" presName="txTwo" presStyleLbl="node2" presStyleIdx="3" presStyleCnt="5">
        <dgm:presLayoutVars>
          <dgm:chPref val="3"/>
        </dgm:presLayoutVars>
      </dgm:prSet>
      <dgm:spPr/>
    </dgm:pt>
    <dgm:pt modelId="{9276DA8D-CC7D-4544-AE81-0FEE6B2BEA41}" type="pres">
      <dgm:prSet presAssocID="{B7D379B6-89EF-4541-B7E3-569F1F636DA3}" presName="horzTwo" presStyleCnt="0"/>
      <dgm:spPr/>
    </dgm:pt>
    <dgm:pt modelId="{438EBD14-80AA-4A35-A3E0-2F4A46C39AA5}" type="pres">
      <dgm:prSet presAssocID="{8784B1BE-C8D5-476B-B609-70908D8601FC}" presName="sibSpaceTwo" presStyleCnt="0"/>
      <dgm:spPr/>
    </dgm:pt>
    <dgm:pt modelId="{3F3984DA-4C0D-4EAD-9CE9-4DDB5E01DF36}" type="pres">
      <dgm:prSet presAssocID="{927B5BDF-5BB5-4557-8F53-8C9D0BDD54E8}" presName="vertTwo" presStyleCnt="0"/>
      <dgm:spPr/>
    </dgm:pt>
    <dgm:pt modelId="{0BD5CE87-6E36-43F6-8C5A-FEADE8DFBA0C}" type="pres">
      <dgm:prSet presAssocID="{927B5BDF-5BB5-4557-8F53-8C9D0BDD54E8}" presName="txTwo" presStyleLbl="node2" presStyleIdx="4" presStyleCnt="5">
        <dgm:presLayoutVars>
          <dgm:chPref val="3"/>
        </dgm:presLayoutVars>
      </dgm:prSet>
      <dgm:spPr/>
    </dgm:pt>
    <dgm:pt modelId="{A2FF334D-B4B4-4049-9DA4-2F8AF4E12C0F}" type="pres">
      <dgm:prSet presAssocID="{927B5BDF-5BB5-4557-8F53-8C9D0BDD54E8}" presName="horzTwo" presStyleCnt="0"/>
      <dgm:spPr/>
    </dgm:pt>
  </dgm:ptLst>
  <dgm:cxnLst>
    <dgm:cxn modelId="{42F44106-9416-4A44-BC17-FCF6A817AF4E}" srcId="{7C7B2371-A7C0-4EC6-93C7-C7A45DD4CD45}" destId="{FFA71B32-1010-4A79-9D45-E9E2D09280BD}" srcOrd="2" destOrd="0" parTransId="{021420F1-C045-43A7-8AF4-D2B3265515E4}" sibTransId="{CFCF46EC-9FCA-4E9D-8B07-D09E2D791772}"/>
    <dgm:cxn modelId="{43526906-FADB-4D43-BC15-BFBC435DC8E8}" srcId="{7C7B2371-A7C0-4EC6-93C7-C7A45DD4CD45}" destId="{927B5BDF-5BB5-4557-8F53-8C9D0BDD54E8}" srcOrd="4" destOrd="0" parTransId="{AC6495D2-2733-4710-9B5F-DA9D6A96190C}" sibTransId="{30CADC25-170A-4CC5-80BF-05F15E403E3E}"/>
    <dgm:cxn modelId="{F85C0E08-ABD7-4A2C-AC61-3F520AD4424E}" srcId="{7C7B2371-A7C0-4EC6-93C7-C7A45DD4CD45}" destId="{A4D4BC31-6F6B-4281-A136-30415857497F}" srcOrd="1" destOrd="0" parTransId="{CC27685D-0E0D-4FBB-8C83-B7AC2BBEE919}" sibTransId="{4BDA2815-B3A5-4A49-A25E-55B352074751}"/>
    <dgm:cxn modelId="{DCE03316-1148-4DCF-8E3C-81F1E69E082C}" srcId="{7C7B2371-A7C0-4EC6-93C7-C7A45DD4CD45}" destId="{5B4C9105-8407-4DE6-BC40-7BC0E5DC1D09}" srcOrd="0" destOrd="0" parTransId="{F0A82308-F578-4AF6-B510-75D6C7946070}" sibTransId="{09FFD169-F35F-4062-9A12-B104B1952A27}"/>
    <dgm:cxn modelId="{4A775F5F-715E-49BB-9789-41E6E69FF203}" type="presOf" srcId="{B7D379B6-89EF-4541-B7E3-569F1F636DA3}" destId="{E3DE4DE5-51F0-4D57-9ABD-BDB7DC0E20E5}" srcOrd="0" destOrd="0" presId="urn:microsoft.com/office/officeart/2005/8/layout/hierarchy4"/>
    <dgm:cxn modelId="{1CF5A64F-E90F-4576-BC16-C2B14313C91A}" type="presOf" srcId="{5B4C9105-8407-4DE6-BC40-7BC0E5DC1D09}" destId="{A1E59799-69FF-489B-B4A9-F5C0FCA014EE}" srcOrd="0" destOrd="0" presId="urn:microsoft.com/office/officeart/2005/8/layout/hierarchy4"/>
    <dgm:cxn modelId="{4A1B7381-9F9E-4C35-A54A-8301CD5FF4A9}" type="presOf" srcId="{927B5BDF-5BB5-4557-8F53-8C9D0BDD54E8}" destId="{0BD5CE87-6E36-43F6-8C5A-FEADE8DFBA0C}" srcOrd="0" destOrd="0" presId="urn:microsoft.com/office/officeart/2005/8/layout/hierarchy4"/>
    <dgm:cxn modelId="{E280D7AD-084F-47B4-8DD4-3F9DCD939A5D}" srcId="{7C7B2371-A7C0-4EC6-93C7-C7A45DD4CD45}" destId="{B7D379B6-89EF-4541-B7E3-569F1F636DA3}" srcOrd="3" destOrd="0" parTransId="{BB04F654-D386-4499-9914-810EE6D81A46}" sibTransId="{8784B1BE-C8D5-476B-B609-70908D8601FC}"/>
    <dgm:cxn modelId="{80F903BD-53E3-4BB5-BF8D-E8FC81325531}" type="presOf" srcId="{7C7B2371-A7C0-4EC6-93C7-C7A45DD4CD45}" destId="{0CB874BF-67B6-4F97-96A1-B3626905ADB9}" srcOrd="0" destOrd="0" presId="urn:microsoft.com/office/officeart/2005/8/layout/hierarchy4"/>
    <dgm:cxn modelId="{A3B459CC-C368-48C1-A0BC-115C504B0738}" srcId="{81F81556-C83E-4D48-BD62-13BAABEFF24D}" destId="{7C7B2371-A7C0-4EC6-93C7-C7A45DD4CD45}" srcOrd="0" destOrd="0" parTransId="{F6989106-B535-437E-A195-B6A384FFEAB7}" sibTransId="{BF84EDA5-C157-4EBA-9DF5-139D07439262}"/>
    <dgm:cxn modelId="{EFF706D2-B69A-439C-AFEF-D03F90D0CE00}" type="presOf" srcId="{81F81556-C83E-4D48-BD62-13BAABEFF24D}" destId="{A4E8D3FE-908B-41C6-9CD3-9A738EAFDEF8}" srcOrd="0" destOrd="0" presId="urn:microsoft.com/office/officeart/2005/8/layout/hierarchy4"/>
    <dgm:cxn modelId="{70FD98E1-1182-4754-9F1F-18A92324F139}" type="presOf" srcId="{FFA71B32-1010-4A79-9D45-E9E2D09280BD}" destId="{8D876449-8548-48EE-A48B-15A9B4F80070}" srcOrd="0" destOrd="0" presId="urn:microsoft.com/office/officeart/2005/8/layout/hierarchy4"/>
    <dgm:cxn modelId="{678FEBE8-6DFC-487C-90C3-264B2F3A095D}" type="presOf" srcId="{A4D4BC31-6F6B-4281-A136-30415857497F}" destId="{2C4FC95D-C06A-47CC-B04E-0C25B6401D32}" srcOrd="0" destOrd="0" presId="urn:microsoft.com/office/officeart/2005/8/layout/hierarchy4"/>
    <dgm:cxn modelId="{3EEB7157-B140-4EC4-A567-0DA66B97497A}" type="presParOf" srcId="{A4E8D3FE-908B-41C6-9CD3-9A738EAFDEF8}" destId="{1514426A-73DB-4B03-B145-38B33FE8930E}" srcOrd="0" destOrd="0" presId="urn:microsoft.com/office/officeart/2005/8/layout/hierarchy4"/>
    <dgm:cxn modelId="{3DA4D087-35DD-483E-8ACF-E1291401662C}" type="presParOf" srcId="{1514426A-73DB-4B03-B145-38B33FE8930E}" destId="{0CB874BF-67B6-4F97-96A1-B3626905ADB9}" srcOrd="0" destOrd="0" presId="urn:microsoft.com/office/officeart/2005/8/layout/hierarchy4"/>
    <dgm:cxn modelId="{A1F5C4CB-4F05-45FF-9E88-241046F3A8FF}" type="presParOf" srcId="{1514426A-73DB-4B03-B145-38B33FE8930E}" destId="{C27D4385-42AE-4F94-92B9-247C210018E6}" srcOrd="1" destOrd="0" presId="urn:microsoft.com/office/officeart/2005/8/layout/hierarchy4"/>
    <dgm:cxn modelId="{92D4A481-AA61-4869-8F2A-0296930F9426}" type="presParOf" srcId="{1514426A-73DB-4B03-B145-38B33FE8930E}" destId="{99D35935-39A1-464D-AEDF-301FA377B5F9}" srcOrd="2" destOrd="0" presId="urn:microsoft.com/office/officeart/2005/8/layout/hierarchy4"/>
    <dgm:cxn modelId="{FA9E592A-1A8F-4DE4-A080-2877588DDD6C}" type="presParOf" srcId="{99D35935-39A1-464D-AEDF-301FA377B5F9}" destId="{35D4AA5C-7C41-4B81-B88A-64E891AE7CC7}" srcOrd="0" destOrd="0" presId="urn:microsoft.com/office/officeart/2005/8/layout/hierarchy4"/>
    <dgm:cxn modelId="{1D4E67F7-C475-4DDE-829D-0C3155D65294}" type="presParOf" srcId="{35D4AA5C-7C41-4B81-B88A-64E891AE7CC7}" destId="{A1E59799-69FF-489B-B4A9-F5C0FCA014EE}" srcOrd="0" destOrd="0" presId="urn:microsoft.com/office/officeart/2005/8/layout/hierarchy4"/>
    <dgm:cxn modelId="{CDCB09F1-0B5B-4018-B856-8FB611367EEF}" type="presParOf" srcId="{35D4AA5C-7C41-4B81-B88A-64E891AE7CC7}" destId="{CC11B89B-A3E5-4EA0-A235-C7CEE5752CFA}" srcOrd="1" destOrd="0" presId="urn:microsoft.com/office/officeart/2005/8/layout/hierarchy4"/>
    <dgm:cxn modelId="{4A466E63-C4D1-4031-B86D-D06A358A22EE}" type="presParOf" srcId="{99D35935-39A1-464D-AEDF-301FA377B5F9}" destId="{83902EFD-9EF4-456B-840E-045C546C943A}" srcOrd="1" destOrd="0" presId="urn:microsoft.com/office/officeart/2005/8/layout/hierarchy4"/>
    <dgm:cxn modelId="{51D312C2-64DE-410C-A839-225A42485FEE}" type="presParOf" srcId="{99D35935-39A1-464D-AEDF-301FA377B5F9}" destId="{0870B5DB-8117-47F6-8B38-260D488954A9}" srcOrd="2" destOrd="0" presId="urn:microsoft.com/office/officeart/2005/8/layout/hierarchy4"/>
    <dgm:cxn modelId="{45957205-4BB9-4AAD-9FFA-B6EBF986185B}" type="presParOf" srcId="{0870B5DB-8117-47F6-8B38-260D488954A9}" destId="{2C4FC95D-C06A-47CC-B04E-0C25B6401D32}" srcOrd="0" destOrd="0" presId="urn:microsoft.com/office/officeart/2005/8/layout/hierarchy4"/>
    <dgm:cxn modelId="{5C790911-55A6-445E-B027-9E12A7A6021E}" type="presParOf" srcId="{0870B5DB-8117-47F6-8B38-260D488954A9}" destId="{54D8AAC1-B72A-4E4D-9EEF-A56EBE59CF2C}" srcOrd="1" destOrd="0" presId="urn:microsoft.com/office/officeart/2005/8/layout/hierarchy4"/>
    <dgm:cxn modelId="{E2CBE03C-388C-4E42-B845-8DD314C29AC5}" type="presParOf" srcId="{99D35935-39A1-464D-AEDF-301FA377B5F9}" destId="{6B301E14-23D3-48B1-B645-F4E13462C651}" srcOrd="3" destOrd="0" presId="urn:microsoft.com/office/officeart/2005/8/layout/hierarchy4"/>
    <dgm:cxn modelId="{6B2A6491-D516-4523-BAA6-04A1F1695B72}" type="presParOf" srcId="{99D35935-39A1-464D-AEDF-301FA377B5F9}" destId="{C773164F-5930-4385-830B-3B9BD8F5C6B3}" srcOrd="4" destOrd="0" presId="urn:microsoft.com/office/officeart/2005/8/layout/hierarchy4"/>
    <dgm:cxn modelId="{42AFED32-F7BF-4C2C-8282-B9B3F28EF940}" type="presParOf" srcId="{C773164F-5930-4385-830B-3B9BD8F5C6B3}" destId="{8D876449-8548-48EE-A48B-15A9B4F80070}" srcOrd="0" destOrd="0" presId="urn:microsoft.com/office/officeart/2005/8/layout/hierarchy4"/>
    <dgm:cxn modelId="{17330A80-CBA2-4959-8834-23B7C6382A78}" type="presParOf" srcId="{C773164F-5930-4385-830B-3B9BD8F5C6B3}" destId="{DD841110-2C23-42F1-9ECB-4902ED6A4B5E}" srcOrd="1" destOrd="0" presId="urn:microsoft.com/office/officeart/2005/8/layout/hierarchy4"/>
    <dgm:cxn modelId="{1F72C04F-9F8A-43F4-AF19-39D0557F4632}" type="presParOf" srcId="{99D35935-39A1-464D-AEDF-301FA377B5F9}" destId="{F607788D-049F-4695-9C11-B29F55589CCC}" srcOrd="5" destOrd="0" presId="urn:microsoft.com/office/officeart/2005/8/layout/hierarchy4"/>
    <dgm:cxn modelId="{D6E26168-06AD-4FF9-912D-97B97E61CC08}" type="presParOf" srcId="{99D35935-39A1-464D-AEDF-301FA377B5F9}" destId="{1C38D9F5-FF0A-420A-8434-132EC38322D7}" srcOrd="6" destOrd="0" presId="urn:microsoft.com/office/officeart/2005/8/layout/hierarchy4"/>
    <dgm:cxn modelId="{0FD79D64-DC2D-4947-B650-BF4AAF901142}" type="presParOf" srcId="{1C38D9F5-FF0A-420A-8434-132EC38322D7}" destId="{E3DE4DE5-51F0-4D57-9ABD-BDB7DC0E20E5}" srcOrd="0" destOrd="0" presId="urn:microsoft.com/office/officeart/2005/8/layout/hierarchy4"/>
    <dgm:cxn modelId="{45F29404-6412-4DB2-A264-58B5874A2CA9}" type="presParOf" srcId="{1C38D9F5-FF0A-420A-8434-132EC38322D7}" destId="{9276DA8D-CC7D-4544-AE81-0FEE6B2BEA41}" srcOrd="1" destOrd="0" presId="urn:microsoft.com/office/officeart/2005/8/layout/hierarchy4"/>
    <dgm:cxn modelId="{E15DF665-A4D1-4F38-86DB-32C9F9B98963}" type="presParOf" srcId="{99D35935-39A1-464D-AEDF-301FA377B5F9}" destId="{438EBD14-80AA-4A35-A3E0-2F4A46C39AA5}" srcOrd="7" destOrd="0" presId="urn:microsoft.com/office/officeart/2005/8/layout/hierarchy4"/>
    <dgm:cxn modelId="{87AE13D1-DD49-42F4-8C63-0991B1893E2F}" type="presParOf" srcId="{99D35935-39A1-464D-AEDF-301FA377B5F9}" destId="{3F3984DA-4C0D-4EAD-9CE9-4DDB5E01DF36}" srcOrd="8" destOrd="0" presId="urn:microsoft.com/office/officeart/2005/8/layout/hierarchy4"/>
    <dgm:cxn modelId="{CB769AEA-3E63-4027-9E6D-0154BE9B9BF9}" type="presParOf" srcId="{3F3984DA-4C0D-4EAD-9CE9-4DDB5E01DF36}" destId="{0BD5CE87-6E36-43F6-8C5A-FEADE8DFBA0C}" srcOrd="0" destOrd="0" presId="urn:microsoft.com/office/officeart/2005/8/layout/hierarchy4"/>
    <dgm:cxn modelId="{700060CE-B5AC-4D4A-A434-6E2CE652FB1D}" type="presParOf" srcId="{3F3984DA-4C0D-4EAD-9CE9-4DDB5E01DF36}" destId="{A2FF334D-B4B4-4049-9DA4-2F8AF4E12C0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DC11F59-00B5-417B-9727-6848A604FE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210A418-61B8-49A8-92A2-D72EF8CB165D}">
      <dgm:prSet/>
      <dgm:spPr/>
      <dgm:t>
        <a:bodyPr/>
        <a:lstStyle/>
        <a:p>
          <a:r>
            <a:rPr lang="en-US" b="1"/>
            <a:t>Bike rental demand is primarily driven by a combination of time, seasonal patterns, and weather conditions.</a:t>
          </a:r>
          <a:endParaRPr lang="en-IN"/>
        </a:p>
      </dgm:t>
    </dgm:pt>
    <dgm:pt modelId="{4A396F0B-8FBD-4163-B3E5-A2F597B11D42}" type="parTrans" cxnId="{A97E350B-AE92-4843-9C1E-1A2C144B1DBD}">
      <dgm:prSet/>
      <dgm:spPr/>
      <dgm:t>
        <a:bodyPr/>
        <a:lstStyle/>
        <a:p>
          <a:endParaRPr lang="en-IN"/>
        </a:p>
      </dgm:t>
    </dgm:pt>
    <dgm:pt modelId="{B39D65F6-C78E-41E8-A2AF-77A04B98B4EF}" type="sibTrans" cxnId="{A97E350B-AE92-4843-9C1E-1A2C144B1DBD}">
      <dgm:prSet/>
      <dgm:spPr/>
      <dgm:t>
        <a:bodyPr/>
        <a:lstStyle/>
        <a:p>
          <a:endParaRPr lang="en-IN"/>
        </a:p>
      </dgm:t>
    </dgm:pt>
    <dgm:pt modelId="{363D7E25-D5A0-4C19-A876-A1B4B730DC31}" type="pres">
      <dgm:prSet presAssocID="{CDC11F59-00B5-417B-9727-6848A604FE61}" presName="linear" presStyleCnt="0">
        <dgm:presLayoutVars>
          <dgm:animLvl val="lvl"/>
          <dgm:resizeHandles val="exact"/>
        </dgm:presLayoutVars>
      </dgm:prSet>
      <dgm:spPr/>
    </dgm:pt>
    <dgm:pt modelId="{C3C7C7DC-1057-4C6B-8901-AFA81EEC0EA2}" type="pres">
      <dgm:prSet presAssocID="{C210A418-61B8-49A8-92A2-D72EF8CB165D}" presName="parentText" presStyleLbl="node1" presStyleIdx="0" presStyleCnt="1" custLinFactNeighborY="-33448">
        <dgm:presLayoutVars>
          <dgm:chMax val="0"/>
          <dgm:bulletEnabled val="1"/>
        </dgm:presLayoutVars>
      </dgm:prSet>
      <dgm:spPr/>
    </dgm:pt>
  </dgm:ptLst>
  <dgm:cxnLst>
    <dgm:cxn modelId="{A97E350B-AE92-4843-9C1E-1A2C144B1DBD}" srcId="{CDC11F59-00B5-417B-9727-6848A604FE61}" destId="{C210A418-61B8-49A8-92A2-D72EF8CB165D}" srcOrd="0" destOrd="0" parTransId="{4A396F0B-8FBD-4163-B3E5-A2F597B11D42}" sibTransId="{B39D65F6-C78E-41E8-A2AF-77A04B98B4EF}"/>
    <dgm:cxn modelId="{B1544C8E-4F49-452B-AD84-9612B06F0E39}" type="presOf" srcId="{CDC11F59-00B5-417B-9727-6848A604FE61}" destId="{363D7E25-D5A0-4C19-A876-A1B4B730DC31}" srcOrd="0" destOrd="0" presId="urn:microsoft.com/office/officeart/2005/8/layout/vList2"/>
    <dgm:cxn modelId="{2C9ACDB4-C711-46BA-B024-A72EF39719CF}" type="presOf" srcId="{C210A418-61B8-49A8-92A2-D72EF8CB165D}" destId="{C3C7C7DC-1057-4C6B-8901-AFA81EEC0EA2}" srcOrd="0" destOrd="0" presId="urn:microsoft.com/office/officeart/2005/8/layout/vList2"/>
    <dgm:cxn modelId="{1CF83A6F-0F94-402D-807B-FA4B3FAC0F91}" type="presParOf" srcId="{363D7E25-D5A0-4C19-A876-A1B4B730DC31}" destId="{C3C7C7DC-1057-4C6B-8901-AFA81EEC0EA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0A09847-0C14-4ACD-AAE4-E82571C17DD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6643E49-AE3B-4EB0-BCEA-18094CDEF375}">
      <dgm:prSet/>
      <dgm:spPr/>
      <dgm:t>
        <a:bodyPr/>
        <a:lstStyle/>
        <a:p>
          <a:r>
            <a:rPr lang="en-IN" u="sng"/>
            <a:t>Operational Recommendations</a:t>
          </a:r>
          <a:endParaRPr lang="en-IN"/>
        </a:p>
      </dgm:t>
    </dgm:pt>
    <dgm:pt modelId="{CA17BB36-9621-4E06-A41C-149DD65F2FFB}" type="parTrans" cxnId="{4C95C6FA-22DB-4B52-9CFC-2C6C5AB55715}">
      <dgm:prSet/>
      <dgm:spPr/>
      <dgm:t>
        <a:bodyPr/>
        <a:lstStyle/>
        <a:p>
          <a:endParaRPr lang="en-IN"/>
        </a:p>
      </dgm:t>
    </dgm:pt>
    <dgm:pt modelId="{88B7359A-B1D1-4FF6-A700-87AF2EB7CAB3}" type="sibTrans" cxnId="{4C95C6FA-22DB-4B52-9CFC-2C6C5AB55715}">
      <dgm:prSet/>
      <dgm:spPr/>
      <dgm:t>
        <a:bodyPr/>
        <a:lstStyle/>
        <a:p>
          <a:endParaRPr lang="en-IN"/>
        </a:p>
      </dgm:t>
    </dgm:pt>
    <dgm:pt modelId="{1CC40D94-1457-4B53-AE61-AB2ABCC82E75}">
      <dgm:prSet/>
      <dgm:spPr/>
      <dgm:t>
        <a:bodyPr/>
        <a:lstStyle/>
        <a:p>
          <a:r>
            <a:rPr lang="en-US"/>
            <a:t>Increase bike availability during peak evening hours (6–7 PM)</a:t>
          </a:r>
          <a:endParaRPr lang="en-IN"/>
        </a:p>
      </dgm:t>
    </dgm:pt>
    <dgm:pt modelId="{8AACACDB-766B-461A-8D9B-A2CA87355DFA}" type="parTrans" cxnId="{4C15AAF0-BCAA-44A7-93BE-2C117D5199E1}">
      <dgm:prSet/>
      <dgm:spPr/>
      <dgm:t>
        <a:bodyPr/>
        <a:lstStyle/>
        <a:p>
          <a:endParaRPr lang="en-IN"/>
        </a:p>
      </dgm:t>
    </dgm:pt>
    <dgm:pt modelId="{9133934B-E7AF-43EC-82DE-EFABA7EDA67E}" type="sibTrans" cxnId="{4C15AAF0-BCAA-44A7-93BE-2C117D5199E1}">
      <dgm:prSet/>
      <dgm:spPr/>
      <dgm:t>
        <a:bodyPr/>
        <a:lstStyle/>
        <a:p>
          <a:endParaRPr lang="en-IN"/>
        </a:p>
      </dgm:t>
    </dgm:pt>
    <dgm:pt modelId="{6ED26A96-3E76-40D9-B069-17B2A2FD6CD2}">
      <dgm:prSet/>
      <dgm:spPr/>
      <dgm:t>
        <a:bodyPr/>
        <a:lstStyle/>
        <a:p>
          <a:r>
            <a:rPr lang="en-US"/>
            <a:t>Allocate more bikes during high-demand seasons (Summer &amp; Autumn)</a:t>
          </a:r>
          <a:endParaRPr lang="en-IN"/>
        </a:p>
      </dgm:t>
    </dgm:pt>
    <dgm:pt modelId="{560C8AD2-429E-4F3C-9AFB-FF50BD969756}" type="parTrans" cxnId="{9F58817C-E197-4911-829D-7B7EE190AE71}">
      <dgm:prSet/>
      <dgm:spPr/>
      <dgm:t>
        <a:bodyPr/>
        <a:lstStyle/>
        <a:p>
          <a:endParaRPr lang="en-IN"/>
        </a:p>
      </dgm:t>
    </dgm:pt>
    <dgm:pt modelId="{A010442C-3814-4D2A-8CD5-DEBF06E015B7}" type="sibTrans" cxnId="{9F58817C-E197-4911-829D-7B7EE190AE71}">
      <dgm:prSet/>
      <dgm:spPr/>
      <dgm:t>
        <a:bodyPr/>
        <a:lstStyle/>
        <a:p>
          <a:endParaRPr lang="en-IN"/>
        </a:p>
      </dgm:t>
    </dgm:pt>
    <dgm:pt modelId="{0F71320D-195B-4176-A6E4-F7D19866CA61}">
      <dgm:prSet/>
      <dgm:spPr/>
      <dgm:t>
        <a:bodyPr/>
        <a:lstStyle/>
        <a:p>
          <a:r>
            <a:rPr lang="en-US"/>
            <a:t>Reduce or optimize fleet during low-demand periods (Winter)</a:t>
          </a:r>
          <a:endParaRPr lang="en-IN"/>
        </a:p>
      </dgm:t>
    </dgm:pt>
    <dgm:pt modelId="{F2EB0EAB-583F-4656-9A46-CC3402D7532F}" type="parTrans" cxnId="{2F8CC2C5-6F3E-400E-BBAF-A3E81ACABD98}">
      <dgm:prSet/>
      <dgm:spPr/>
      <dgm:t>
        <a:bodyPr/>
        <a:lstStyle/>
        <a:p>
          <a:endParaRPr lang="en-IN"/>
        </a:p>
      </dgm:t>
    </dgm:pt>
    <dgm:pt modelId="{FD877C03-4303-4A51-89B5-3FC4404089F5}" type="sibTrans" cxnId="{2F8CC2C5-6F3E-400E-BBAF-A3E81ACABD98}">
      <dgm:prSet/>
      <dgm:spPr/>
      <dgm:t>
        <a:bodyPr/>
        <a:lstStyle/>
        <a:p>
          <a:endParaRPr lang="en-IN"/>
        </a:p>
      </dgm:t>
    </dgm:pt>
    <dgm:pt modelId="{1E744210-4D68-4633-AF18-A478B0FAAB0A}" type="pres">
      <dgm:prSet presAssocID="{A0A09847-0C14-4ACD-AAE4-E82571C17DDE}" presName="Name0" presStyleCnt="0">
        <dgm:presLayoutVars>
          <dgm:dir/>
          <dgm:animLvl val="lvl"/>
          <dgm:resizeHandles val="exact"/>
        </dgm:presLayoutVars>
      </dgm:prSet>
      <dgm:spPr/>
    </dgm:pt>
    <dgm:pt modelId="{51893E3F-BF6B-4C86-9CA9-D79F24F830F7}" type="pres">
      <dgm:prSet presAssocID="{D6643E49-AE3B-4EB0-BCEA-18094CDEF375}" presName="linNode" presStyleCnt="0"/>
      <dgm:spPr/>
    </dgm:pt>
    <dgm:pt modelId="{2FC50A54-2026-4149-BBC6-3B4DABDA5889}" type="pres">
      <dgm:prSet presAssocID="{D6643E49-AE3B-4EB0-BCEA-18094CDEF375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05A37672-32C8-4877-99D2-5EE4D052BF03}" type="pres">
      <dgm:prSet presAssocID="{D6643E49-AE3B-4EB0-BCEA-18094CDEF375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CF8C32C-6DC3-4E0F-9DCF-5B98FF767CF2}" type="presOf" srcId="{1CC40D94-1457-4B53-AE61-AB2ABCC82E75}" destId="{05A37672-32C8-4877-99D2-5EE4D052BF03}" srcOrd="0" destOrd="0" presId="urn:microsoft.com/office/officeart/2005/8/layout/vList5"/>
    <dgm:cxn modelId="{49D19954-5231-45C9-9982-DD17C98F6FC9}" type="presOf" srcId="{D6643E49-AE3B-4EB0-BCEA-18094CDEF375}" destId="{2FC50A54-2026-4149-BBC6-3B4DABDA5889}" srcOrd="0" destOrd="0" presId="urn:microsoft.com/office/officeart/2005/8/layout/vList5"/>
    <dgm:cxn modelId="{9F58817C-E197-4911-829D-7B7EE190AE71}" srcId="{D6643E49-AE3B-4EB0-BCEA-18094CDEF375}" destId="{6ED26A96-3E76-40D9-B069-17B2A2FD6CD2}" srcOrd="1" destOrd="0" parTransId="{560C8AD2-429E-4F3C-9AFB-FF50BD969756}" sibTransId="{A010442C-3814-4D2A-8CD5-DEBF06E015B7}"/>
    <dgm:cxn modelId="{F48C7DA4-4F6A-460D-BCEB-096122397284}" type="presOf" srcId="{0F71320D-195B-4176-A6E4-F7D19866CA61}" destId="{05A37672-32C8-4877-99D2-5EE4D052BF03}" srcOrd="0" destOrd="2" presId="urn:microsoft.com/office/officeart/2005/8/layout/vList5"/>
    <dgm:cxn modelId="{085D18B5-8BAA-4131-B701-7717B63D45D6}" type="presOf" srcId="{6ED26A96-3E76-40D9-B069-17B2A2FD6CD2}" destId="{05A37672-32C8-4877-99D2-5EE4D052BF03}" srcOrd="0" destOrd="1" presId="urn:microsoft.com/office/officeart/2005/8/layout/vList5"/>
    <dgm:cxn modelId="{2F8CC2C5-6F3E-400E-BBAF-A3E81ACABD98}" srcId="{D6643E49-AE3B-4EB0-BCEA-18094CDEF375}" destId="{0F71320D-195B-4176-A6E4-F7D19866CA61}" srcOrd="2" destOrd="0" parTransId="{F2EB0EAB-583F-4656-9A46-CC3402D7532F}" sibTransId="{FD877C03-4303-4A51-89B5-3FC4404089F5}"/>
    <dgm:cxn modelId="{4C15AAF0-BCAA-44A7-93BE-2C117D5199E1}" srcId="{D6643E49-AE3B-4EB0-BCEA-18094CDEF375}" destId="{1CC40D94-1457-4B53-AE61-AB2ABCC82E75}" srcOrd="0" destOrd="0" parTransId="{8AACACDB-766B-461A-8D9B-A2CA87355DFA}" sibTransId="{9133934B-E7AF-43EC-82DE-EFABA7EDA67E}"/>
    <dgm:cxn modelId="{4C95C6FA-22DB-4B52-9CFC-2C6C5AB55715}" srcId="{A0A09847-0C14-4ACD-AAE4-E82571C17DDE}" destId="{D6643E49-AE3B-4EB0-BCEA-18094CDEF375}" srcOrd="0" destOrd="0" parTransId="{CA17BB36-9621-4E06-A41C-149DD65F2FFB}" sibTransId="{88B7359A-B1D1-4FF6-A700-87AF2EB7CAB3}"/>
    <dgm:cxn modelId="{687669FE-D55B-406B-B9E7-36570924B10C}" type="presOf" srcId="{A0A09847-0C14-4ACD-AAE4-E82571C17DDE}" destId="{1E744210-4D68-4633-AF18-A478B0FAAB0A}" srcOrd="0" destOrd="0" presId="urn:microsoft.com/office/officeart/2005/8/layout/vList5"/>
    <dgm:cxn modelId="{16BEFA02-24E5-4882-A160-4F0DE8871CE1}" type="presParOf" srcId="{1E744210-4D68-4633-AF18-A478B0FAAB0A}" destId="{51893E3F-BF6B-4C86-9CA9-D79F24F830F7}" srcOrd="0" destOrd="0" presId="urn:microsoft.com/office/officeart/2005/8/layout/vList5"/>
    <dgm:cxn modelId="{145031F7-A38E-4EA0-B2D5-F8D068E3A182}" type="presParOf" srcId="{51893E3F-BF6B-4C86-9CA9-D79F24F830F7}" destId="{2FC50A54-2026-4149-BBC6-3B4DABDA5889}" srcOrd="0" destOrd="0" presId="urn:microsoft.com/office/officeart/2005/8/layout/vList5"/>
    <dgm:cxn modelId="{51FB40E6-9704-44BC-8A65-8B4CE54D03DE}" type="presParOf" srcId="{51893E3F-BF6B-4C86-9CA9-D79F24F830F7}" destId="{05A37672-32C8-4877-99D2-5EE4D052BF0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2B7CD9E-6F3C-4AAB-828D-A14366B5843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8DB1CCB-CACF-4A14-A75B-BAA368601F39}">
      <dgm:prSet/>
      <dgm:spPr/>
      <dgm:t>
        <a:bodyPr/>
        <a:lstStyle/>
        <a:p>
          <a:r>
            <a:rPr lang="en-US" u="sng"/>
            <a:t>Weather-Based Planning</a:t>
          </a:r>
          <a:endParaRPr lang="en-IN"/>
        </a:p>
      </dgm:t>
    </dgm:pt>
    <dgm:pt modelId="{F2324636-5A97-48D9-B20A-6E48D6789EA8}" type="parTrans" cxnId="{B4B5C350-A881-470F-B6CB-722593676BBE}">
      <dgm:prSet/>
      <dgm:spPr/>
      <dgm:t>
        <a:bodyPr/>
        <a:lstStyle/>
        <a:p>
          <a:endParaRPr lang="en-IN"/>
        </a:p>
      </dgm:t>
    </dgm:pt>
    <dgm:pt modelId="{D5A5A5EC-95B0-4DC1-9475-4116DA14A370}" type="sibTrans" cxnId="{B4B5C350-A881-470F-B6CB-722593676BBE}">
      <dgm:prSet/>
      <dgm:spPr/>
      <dgm:t>
        <a:bodyPr/>
        <a:lstStyle/>
        <a:p>
          <a:endParaRPr lang="en-IN"/>
        </a:p>
      </dgm:t>
    </dgm:pt>
    <dgm:pt modelId="{32FC1E66-F3D8-49BC-B51D-C916B3B8E7BE}">
      <dgm:prSet/>
      <dgm:spPr/>
      <dgm:t>
        <a:bodyPr/>
        <a:lstStyle/>
        <a:p>
          <a:r>
            <a:rPr lang="en-US"/>
            <a:t>Use weather forecasts to anticipate demand changes</a:t>
          </a:r>
          <a:endParaRPr lang="en-IN"/>
        </a:p>
      </dgm:t>
    </dgm:pt>
    <dgm:pt modelId="{9A143EB3-B3AB-48AE-AE98-E01773EDD697}" type="parTrans" cxnId="{D01F9728-6D67-4E68-A0B7-2A939B20176A}">
      <dgm:prSet/>
      <dgm:spPr/>
      <dgm:t>
        <a:bodyPr/>
        <a:lstStyle/>
        <a:p>
          <a:endParaRPr lang="en-IN"/>
        </a:p>
      </dgm:t>
    </dgm:pt>
    <dgm:pt modelId="{AF561445-7FFD-472E-AFE8-2F3F26DC33C3}" type="sibTrans" cxnId="{D01F9728-6D67-4E68-A0B7-2A939B20176A}">
      <dgm:prSet/>
      <dgm:spPr/>
      <dgm:t>
        <a:bodyPr/>
        <a:lstStyle/>
        <a:p>
          <a:endParaRPr lang="en-IN"/>
        </a:p>
      </dgm:t>
    </dgm:pt>
    <dgm:pt modelId="{1B69A959-D25C-4D02-B960-ABF5ACB816A0}">
      <dgm:prSet/>
      <dgm:spPr/>
      <dgm:t>
        <a:bodyPr/>
        <a:lstStyle/>
        <a:p>
          <a:r>
            <a:rPr lang="en-US"/>
            <a:t>Reduce deployment during rainfall and snowfall</a:t>
          </a:r>
          <a:endParaRPr lang="en-IN"/>
        </a:p>
      </dgm:t>
    </dgm:pt>
    <dgm:pt modelId="{991E8024-E810-4465-9C69-3575B1B5D34F}" type="parTrans" cxnId="{E780ECC3-E073-4AB3-8D0A-8EE7627E5784}">
      <dgm:prSet/>
      <dgm:spPr/>
      <dgm:t>
        <a:bodyPr/>
        <a:lstStyle/>
        <a:p>
          <a:endParaRPr lang="en-IN"/>
        </a:p>
      </dgm:t>
    </dgm:pt>
    <dgm:pt modelId="{D19B7BD3-194D-4FF6-B5BC-24C38EC9D78B}" type="sibTrans" cxnId="{E780ECC3-E073-4AB3-8D0A-8EE7627E5784}">
      <dgm:prSet/>
      <dgm:spPr/>
      <dgm:t>
        <a:bodyPr/>
        <a:lstStyle/>
        <a:p>
          <a:endParaRPr lang="en-IN"/>
        </a:p>
      </dgm:t>
    </dgm:pt>
    <dgm:pt modelId="{B04D33ED-2033-49F7-8F99-93781E488F34}">
      <dgm:prSet/>
      <dgm:spPr/>
      <dgm:t>
        <a:bodyPr/>
        <a:lstStyle/>
        <a:p>
          <a:r>
            <a:rPr lang="en-US"/>
            <a:t>Maintain flexibility during high humidity conditions</a:t>
          </a:r>
          <a:endParaRPr lang="en-IN"/>
        </a:p>
      </dgm:t>
    </dgm:pt>
    <dgm:pt modelId="{453B01F2-18AF-455C-B39C-C24BE685747E}" type="parTrans" cxnId="{A856971B-D0B9-4AF7-AD38-229AA838A57E}">
      <dgm:prSet/>
      <dgm:spPr/>
      <dgm:t>
        <a:bodyPr/>
        <a:lstStyle/>
        <a:p>
          <a:endParaRPr lang="en-IN"/>
        </a:p>
      </dgm:t>
    </dgm:pt>
    <dgm:pt modelId="{A2E92307-7F94-42FD-9C8C-9373832747E5}" type="sibTrans" cxnId="{A856971B-D0B9-4AF7-AD38-229AA838A57E}">
      <dgm:prSet/>
      <dgm:spPr/>
      <dgm:t>
        <a:bodyPr/>
        <a:lstStyle/>
        <a:p>
          <a:endParaRPr lang="en-IN"/>
        </a:p>
      </dgm:t>
    </dgm:pt>
    <dgm:pt modelId="{94060CFB-72DE-4635-A6D3-0B0105EE85E7}" type="pres">
      <dgm:prSet presAssocID="{72B7CD9E-6F3C-4AAB-828D-A14366B58435}" presName="Name0" presStyleCnt="0">
        <dgm:presLayoutVars>
          <dgm:dir/>
          <dgm:animLvl val="lvl"/>
          <dgm:resizeHandles val="exact"/>
        </dgm:presLayoutVars>
      </dgm:prSet>
      <dgm:spPr/>
    </dgm:pt>
    <dgm:pt modelId="{6E3C2E1E-1785-49AE-B81D-93561D3B1CD7}" type="pres">
      <dgm:prSet presAssocID="{08DB1CCB-CACF-4A14-A75B-BAA368601F39}" presName="linNode" presStyleCnt="0"/>
      <dgm:spPr/>
    </dgm:pt>
    <dgm:pt modelId="{3910C146-C091-4E2B-8AF9-25CED04DD09A}" type="pres">
      <dgm:prSet presAssocID="{08DB1CCB-CACF-4A14-A75B-BAA368601F39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D36C0051-C531-46D0-9B85-BDB4CCCFC58C}" type="pres">
      <dgm:prSet presAssocID="{08DB1CCB-CACF-4A14-A75B-BAA368601F39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2A021518-3076-4546-8A64-A05ACFFAF720}" type="presOf" srcId="{1B69A959-D25C-4D02-B960-ABF5ACB816A0}" destId="{D36C0051-C531-46D0-9B85-BDB4CCCFC58C}" srcOrd="0" destOrd="1" presId="urn:microsoft.com/office/officeart/2005/8/layout/vList5"/>
    <dgm:cxn modelId="{A856971B-D0B9-4AF7-AD38-229AA838A57E}" srcId="{08DB1CCB-CACF-4A14-A75B-BAA368601F39}" destId="{B04D33ED-2033-49F7-8F99-93781E488F34}" srcOrd="2" destOrd="0" parTransId="{453B01F2-18AF-455C-B39C-C24BE685747E}" sibTransId="{A2E92307-7F94-42FD-9C8C-9373832747E5}"/>
    <dgm:cxn modelId="{D01F9728-6D67-4E68-A0B7-2A939B20176A}" srcId="{08DB1CCB-CACF-4A14-A75B-BAA368601F39}" destId="{32FC1E66-F3D8-49BC-B51D-C916B3B8E7BE}" srcOrd="0" destOrd="0" parTransId="{9A143EB3-B3AB-48AE-AE98-E01773EDD697}" sibTransId="{AF561445-7FFD-472E-AFE8-2F3F26DC33C3}"/>
    <dgm:cxn modelId="{F121F63A-4D94-4DF7-913F-4196B36B4C7A}" type="presOf" srcId="{72B7CD9E-6F3C-4AAB-828D-A14366B58435}" destId="{94060CFB-72DE-4635-A6D3-0B0105EE85E7}" srcOrd="0" destOrd="0" presId="urn:microsoft.com/office/officeart/2005/8/layout/vList5"/>
    <dgm:cxn modelId="{B4B5C350-A881-470F-B6CB-722593676BBE}" srcId="{72B7CD9E-6F3C-4AAB-828D-A14366B58435}" destId="{08DB1CCB-CACF-4A14-A75B-BAA368601F39}" srcOrd="0" destOrd="0" parTransId="{F2324636-5A97-48D9-B20A-6E48D6789EA8}" sibTransId="{D5A5A5EC-95B0-4DC1-9475-4116DA14A370}"/>
    <dgm:cxn modelId="{89B07189-2B74-46D6-96E0-643567DF3E8E}" type="presOf" srcId="{08DB1CCB-CACF-4A14-A75B-BAA368601F39}" destId="{3910C146-C091-4E2B-8AF9-25CED04DD09A}" srcOrd="0" destOrd="0" presId="urn:microsoft.com/office/officeart/2005/8/layout/vList5"/>
    <dgm:cxn modelId="{B041E692-0144-42FB-82FB-5BF0D60BEC33}" type="presOf" srcId="{32FC1E66-F3D8-49BC-B51D-C916B3B8E7BE}" destId="{D36C0051-C531-46D0-9B85-BDB4CCCFC58C}" srcOrd="0" destOrd="0" presId="urn:microsoft.com/office/officeart/2005/8/layout/vList5"/>
    <dgm:cxn modelId="{245C23AD-0E13-46F9-B98F-0AAF5DF3487A}" type="presOf" srcId="{B04D33ED-2033-49F7-8F99-93781E488F34}" destId="{D36C0051-C531-46D0-9B85-BDB4CCCFC58C}" srcOrd="0" destOrd="2" presId="urn:microsoft.com/office/officeart/2005/8/layout/vList5"/>
    <dgm:cxn modelId="{E780ECC3-E073-4AB3-8D0A-8EE7627E5784}" srcId="{08DB1CCB-CACF-4A14-A75B-BAA368601F39}" destId="{1B69A959-D25C-4D02-B960-ABF5ACB816A0}" srcOrd="1" destOrd="0" parTransId="{991E8024-E810-4465-9C69-3575B1B5D34F}" sibTransId="{D19B7BD3-194D-4FF6-B5BC-24C38EC9D78B}"/>
    <dgm:cxn modelId="{39AF9E9F-7D31-4840-A794-E5E624C8A7BE}" type="presParOf" srcId="{94060CFB-72DE-4635-A6D3-0B0105EE85E7}" destId="{6E3C2E1E-1785-49AE-B81D-93561D3B1CD7}" srcOrd="0" destOrd="0" presId="urn:microsoft.com/office/officeart/2005/8/layout/vList5"/>
    <dgm:cxn modelId="{D1BF5866-B16F-45B4-BFB7-5EB73D949E9A}" type="presParOf" srcId="{6E3C2E1E-1785-49AE-B81D-93561D3B1CD7}" destId="{3910C146-C091-4E2B-8AF9-25CED04DD09A}" srcOrd="0" destOrd="0" presId="urn:microsoft.com/office/officeart/2005/8/layout/vList5"/>
    <dgm:cxn modelId="{C0DD9CE7-3D77-434C-99B2-63E0835A4C31}" type="presParOf" srcId="{6E3C2E1E-1785-49AE-B81D-93561D3B1CD7}" destId="{D36C0051-C531-46D0-9B85-BDB4CCCFC58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1ED73-DD17-4EC5-864E-A23C4D776566}">
      <dsp:nvSpPr>
        <dsp:cNvPr id="0" name=""/>
        <dsp:cNvSpPr/>
      </dsp:nvSpPr>
      <dsp:spPr>
        <a:xfrm>
          <a:off x="0" y="33314"/>
          <a:ext cx="9042919" cy="7675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Understand patterns in bike rentals</a:t>
          </a:r>
          <a:endParaRPr lang="en-IN" sz="3200" kern="1200"/>
        </a:p>
      </dsp:txBody>
      <dsp:txXfrm>
        <a:off x="37467" y="70781"/>
        <a:ext cx="8967985" cy="692586"/>
      </dsp:txXfrm>
    </dsp:sp>
    <dsp:sp modelId="{B207C979-F1C9-4914-BF35-3EEE44D9C3B9}">
      <dsp:nvSpPr>
        <dsp:cNvPr id="0" name=""/>
        <dsp:cNvSpPr/>
      </dsp:nvSpPr>
      <dsp:spPr>
        <a:xfrm>
          <a:off x="0" y="892995"/>
          <a:ext cx="9042919" cy="7675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Identifying seasonal trends and peak hours</a:t>
          </a:r>
          <a:endParaRPr lang="en-IN" sz="3200" kern="1200"/>
        </a:p>
      </dsp:txBody>
      <dsp:txXfrm>
        <a:off x="37467" y="930462"/>
        <a:ext cx="8967985" cy="692586"/>
      </dsp:txXfrm>
    </dsp:sp>
    <dsp:sp modelId="{38AD2F8F-A475-48FB-B11F-E3C32E8648B6}">
      <dsp:nvSpPr>
        <dsp:cNvPr id="0" name=""/>
        <dsp:cNvSpPr/>
      </dsp:nvSpPr>
      <dsp:spPr>
        <a:xfrm>
          <a:off x="0" y="1752675"/>
          <a:ext cx="9042919" cy="7675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How weather affects the rental system</a:t>
          </a:r>
          <a:endParaRPr lang="en-IN" sz="3200" kern="1200"/>
        </a:p>
      </dsp:txBody>
      <dsp:txXfrm>
        <a:off x="37467" y="1790142"/>
        <a:ext cx="8967985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1ED73-DD17-4EC5-864E-A23C4D776566}">
      <dsp:nvSpPr>
        <dsp:cNvPr id="0" name=""/>
        <dsp:cNvSpPr/>
      </dsp:nvSpPr>
      <dsp:spPr>
        <a:xfrm>
          <a:off x="158663" y="0"/>
          <a:ext cx="7702404" cy="118027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UCI Machine Learning Repository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 dirty="0"/>
        </a:p>
      </dsp:txBody>
      <dsp:txXfrm>
        <a:off x="216279" y="57616"/>
        <a:ext cx="7587172" cy="10650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0AB62-E595-4224-950B-976DB7D7305A}">
      <dsp:nvSpPr>
        <dsp:cNvPr id="0" name=""/>
        <dsp:cNvSpPr/>
      </dsp:nvSpPr>
      <dsp:spPr>
        <a:xfrm>
          <a:off x="-5264196" y="-806244"/>
          <a:ext cx="6268562" cy="6268562"/>
        </a:xfrm>
        <a:prstGeom prst="blockArc">
          <a:avLst>
            <a:gd name="adj1" fmla="val 18900000"/>
            <a:gd name="adj2" fmla="val 2700000"/>
            <a:gd name="adj3" fmla="val 345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2D2E95-A8EF-482F-AC41-9185AD242ECB}">
      <dsp:nvSpPr>
        <dsp:cNvPr id="0" name=""/>
        <dsp:cNvSpPr/>
      </dsp:nvSpPr>
      <dsp:spPr>
        <a:xfrm>
          <a:off x="439249" y="290911"/>
          <a:ext cx="10011812" cy="5821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118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Bike Rented - Main Variable</a:t>
          </a:r>
        </a:p>
      </dsp:txBody>
      <dsp:txXfrm>
        <a:off x="439249" y="290911"/>
        <a:ext cx="10011812" cy="582195"/>
      </dsp:txXfrm>
    </dsp:sp>
    <dsp:sp modelId="{BEE8A426-51C1-4E34-81C2-833013E6B785}">
      <dsp:nvSpPr>
        <dsp:cNvPr id="0" name=""/>
        <dsp:cNvSpPr/>
      </dsp:nvSpPr>
      <dsp:spPr>
        <a:xfrm>
          <a:off x="75377" y="218137"/>
          <a:ext cx="727744" cy="727744"/>
        </a:xfrm>
        <a:prstGeom prst="ellipse">
          <a:avLst/>
        </a:prstGeom>
        <a:solidFill>
          <a:schemeClr val="accent1">
            <a:lumMod val="50000"/>
          </a:schemeClr>
        </a:solidFill>
        <a:ln w="63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4DC6F32-D98B-44D8-982E-47FA72A610C8}">
      <dsp:nvSpPr>
        <dsp:cNvPr id="0" name=""/>
        <dsp:cNvSpPr/>
      </dsp:nvSpPr>
      <dsp:spPr>
        <a:xfrm>
          <a:off x="856433" y="1163925"/>
          <a:ext cx="9594628" cy="5821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118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There are multiple variables such as temperature, humidity, solar radiation etc.</a:t>
          </a:r>
        </a:p>
      </dsp:txBody>
      <dsp:txXfrm>
        <a:off x="856433" y="1163925"/>
        <a:ext cx="9594628" cy="582195"/>
      </dsp:txXfrm>
    </dsp:sp>
    <dsp:sp modelId="{EF33ACB9-03BA-4895-B19C-E5B760CBEA31}">
      <dsp:nvSpPr>
        <dsp:cNvPr id="0" name=""/>
        <dsp:cNvSpPr/>
      </dsp:nvSpPr>
      <dsp:spPr>
        <a:xfrm>
          <a:off x="492561" y="1091150"/>
          <a:ext cx="727744" cy="727744"/>
        </a:xfrm>
        <a:prstGeom prst="ellipse">
          <a:avLst/>
        </a:prstGeom>
        <a:solidFill>
          <a:schemeClr val="accent1">
            <a:lumMod val="5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F99B91B-558F-45D8-B425-32841DABC361}">
      <dsp:nvSpPr>
        <dsp:cNvPr id="0" name=""/>
        <dsp:cNvSpPr/>
      </dsp:nvSpPr>
      <dsp:spPr>
        <a:xfrm>
          <a:off x="984475" y="2036938"/>
          <a:ext cx="9466586" cy="5821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118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Hour, in 24 hour format, indicating the hour of the day</a:t>
          </a:r>
        </a:p>
      </dsp:txBody>
      <dsp:txXfrm>
        <a:off x="984475" y="2036938"/>
        <a:ext cx="9466586" cy="582195"/>
      </dsp:txXfrm>
    </dsp:sp>
    <dsp:sp modelId="{AE7333C6-4718-4ED2-B7A5-31736AC36D49}">
      <dsp:nvSpPr>
        <dsp:cNvPr id="0" name=""/>
        <dsp:cNvSpPr/>
      </dsp:nvSpPr>
      <dsp:spPr>
        <a:xfrm>
          <a:off x="620603" y="1964164"/>
          <a:ext cx="727744" cy="727744"/>
        </a:xfrm>
        <a:prstGeom prst="ellipse">
          <a:avLst/>
        </a:prstGeom>
        <a:solidFill>
          <a:schemeClr val="accent1">
            <a:lumMod val="5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C6CB5F4-32E9-426E-A087-12C319F76877}">
      <dsp:nvSpPr>
        <dsp:cNvPr id="0" name=""/>
        <dsp:cNvSpPr/>
      </dsp:nvSpPr>
      <dsp:spPr>
        <a:xfrm>
          <a:off x="856433" y="2909952"/>
          <a:ext cx="9594628" cy="5821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118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Branched by seasons</a:t>
          </a:r>
        </a:p>
      </dsp:txBody>
      <dsp:txXfrm>
        <a:off x="856433" y="2909952"/>
        <a:ext cx="9594628" cy="582195"/>
      </dsp:txXfrm>
    </dsp:sp>
    <dsp:sp modelId="{CEF0A2D4-AF05-467E-9D3F-382BB9187A41}">
      <dsp:nvSpPr>
        <dsp:cNvPr id="0" name=""/>
        <dsp:cNvSpPr/>
      </dsp:nvSpPr>
      <dsp:spPr>
        <a:xfrm>
          <a:off x="492561" y="2837178"/>
          <a:ext cx="727744" cy="727744"/>
        </a:xfrm>
        <a:prstGeom prst="ellipse">
          <a:avLst/>
        </a:prstGeom>
        <a:solidFill>
          <a:schemeClr val="accent1">
            <a:lumMod val="5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546B990D-1A91-4C81-9D94-E7E550D467EA}">
      <dsp:nvSpPr>
        <dsp:cNvPr id="0" name=""/>
        <dsp:cNvSpPr/>
      </dsp:nvSpPr>
      <dsp:spPr>
        <a:xfrm>
          <a:off x="439249" y="3782966"/>
          <a:ext cx="10011812" cy="5821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62118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Working days and holidays mentioned</a:t>
          </a:r>
        </a:p>
      </dsp:txBody>
      <dsp:txXfrm>
        <a:off x="439249" y="3782966"/>
        <a:ext cx="10011812" cy="582195"/>
      </dsp:txXfrm>
    </dsp:sp>
    <dsp:sp modelId="{4C9642A6-6802-4108-97AD-4DE4916AA7E0}">
      <dsp:nvSpPr>
        <dsp:cNvPr id="0" name=""/>
        <dsp:cNvSpPr/>
      </dsp:nvSpPr>
      <dsp:spPr>
        <a:xfrm>
          <a:off x="75377" y="3710191"/>
          <a:ext cx="727744" cy="727744"/>
        </a:xfrm>
        <a:prstGeom prst="ellipse">
          <a:avLst/>
        </a:prstGeom>
        <a:solidFill>
          <a:schemeClr val="accent1">
            <a:lumMod val="5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FC24D2-1E68-42F0-8763-A1C659A7FE75}">
      <dsp:nvSpPr>
        <dsp:cNvPr id="0" name=""/>
        <dsp:cNvSpPr/>
      </dsp:nvSpPr>
      <dsp:spPr>
        <a:xfrm rot="10800000">
          <a:off x="1102571" y="3288"/>
          <a:ext cx="3496437" cy="887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39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Bike rentals are highest in Summer and Autumn</a:t>
          </a:r>
          <a:endParaRPr lang="en-IN" sz="1700" kern="1200"/>
        </a:p>
      </dsp:txBody>
      <dsp:txXfrm rot="10800000">
        <a:off x="1324461" y="3288"/>
        <a:ext cx="3274547" cy="887561"/>
      </dsp:txXfrm>
    </dsp:sp>
    <dsp:sp modelId="{939D03D7-D9D3-4200-9007-7BE3B95EE9CB}">
      <dsp:nvSpPr>
        <dsp:cNvPr id="0" name=""/>
        <dsp:cNvSpPr/>
      </dsp:nvSpPr>
      <dsp:spPr>
        <a:xfrm>
          <a:off x="658791" y="3288"/>
          <a:ext cx="887561" cy="887561"/>
        </a:xfrm>
        <a:prstGeom prst="ellips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7C43F-3B7A-4B7C-8EDC-643F84999657}">
      <dsp:nvSpPr>
        <dsp:cNvPr id="0" name=""/>
        <dsp:cNvSpPr/>
      </dsp:nvSpPr>
      <dsp:spPr>
        <a:xfrm rot="10800000">
          <a:off x="1102571" y="1155793"/>
          <a:ext cx="3496437" cy="887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39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Winter shows the lowest demand with limited high values</a:t>
          </a:r>
          <a:endParaRPr lang="en-IN" sz="1700" kern="1200"/>
        </a:p>
      </dsp:txBody>
      <dsp:txXfrm rot="10800000">
        <a:off x="1324461" y="1155793"/>
        <a:ext cx="3274547" cy="887561"/>
      </dsp:txXfrm>
    </dsp:sp>
    <dsp:sp modelId="{7F0690ED-AF51-43BC-923D-DDC980A1085F}">
      <dsp:nvSpPr>
        <dsp:cNvPr id="0" name=""/>
        <dsp:cNvSpPr/>
      </dsp:nvSpPr>
      <dsp:spPr>
        <a:xfrm>
          <a:off x="658791" y="1155793"/>
          <a:ext cx="887561" cy="887561"/>
        </a:xfrm>
        <a:prstGeom prst="ellips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FE2F7-D3EC-475F-A220-2D3DDAB17D3E}">
      <dsp:nvSpPr>
        <dsp:cNvPr id="0" name=""/>
        <dsp:cNvSpPr/>
      </dsp:nvSpPr>
      <dsp:spPr>
        <a:xfrm rot="10800000">
          <a:off x="1102571" y="2308299"/>
          <a:ext cx="3496437" cy="887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39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Spring shows moderate demand with gradual increase</a:t>
          </a:r>
          <a:endParaRPr lang="en-IN" sz="1700" kern="1200"/>
        </a:p>
      </dsp:txBody>
      <dsp:txXfrm rot="10800000">
        <a:off x="1324461" y="2308299"/>
        <a:ext cx="3274547" cy="887561"/>
      </dsp:txXfrm>
    </dsp:sp>
    <dsp:sp modelId="{FBC13F69-5577-48FA-8416-DE836D3371DA}">
      <dsp:nvSpPr>
        <dsp:cNvPr id="0" name=""/>
        <dsp:cNvSpPr/>
      </dsp:nvSpPr>
      <dsp:spPr>
        <a:xfrm>
          <a:off x="658791" y="2308299"/>
          <a:ext cx="887561" cy="887561"/>
        </a:xfrm>
        <a:prstGeom prst="ellips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BB214-0FB1-4FBA-8443-9E2A3266E7A5}">
      <dsp:nvSpPr>
        <dsp:cNvPr id="0" name=""/>
        <dsp:cNvSpPr/>
      </dsp:nvSpPr>
      <dsp:spPr>
        <a:xfrm rot="10800000">
          <a:off x="1102571" y="3460805"/>
          <a:ext cx="3496437" cy="88756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390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Distribution in Summer is wider </a:t>
          </a:r>
          <a:r>
            <a:rPr lang="en-IN" sz="1700" kern="1200"/>
            <a:t>which</a:t>
          </a:r>
          <a:r>
            <a:rPr lang="en-US" sz="1700" kern="1200"/>
            <a:t> indicates more variability and peak usage</a:t>
          </a:r>
          <a:endParaRPr lang="en-IN" sz="1700" kern="1200"/>
        </a:p>
      </dsp:txBody>
      <dsp:txXfrm rot="10800000">
        <a:off x="1324461" y="3460805"/>
        <a:ext cx="3274547" cy="887561"/>
      </dsp:txXfrm>
    </dsp:sp>
    <dsp:sp modelId="{B16F4079-BD68-419B-B0CA-4C8844CED00F}">
      <dsp:nvSpPr>
        <dsp:cNvPr id="0" name=""/>
        <dsp:cNvSpPr/>
      </dsp:nvSpPr>
      <dsp:spPr>
        <a:xfrm>
          <a:off x="658791" y="3460805"/>
          <a:ext cx="887561" cy="887561"/>
        </a:xfrm>
        <a:prstGeom prst="ellips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3C613-FA71-4DDA-B069-10A69953C346}">
      <dsp:nvSpPr>
        <dsp:cNvPr id="0" name=""/>
        <dsp:cNvSpPr/>
      </dsp:nvSpPr>
      <dsp:spPr>
        <a:xfrm>
          <a:off x="0" y="25415"/>
          <a:ext cx="3862841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Top Demand Hours</a:t>
          </a:r>
          <a:endParaRPr lang="en-IN" sz="2000" b="1" kern="1200" dirty="0"/>
        </a:p>
      </dsp:txBody>
      <dsp:txXfrm>
        <a:off x="0" y="25415"/>
        <a:ext cx="3862841" cy="576000"/>
      </dsp:txXfrm>
    </dsp:sp>
    <dsp:sp modelId="{AB432FBD-8DA7-412C-9895-BDDCE5D4E9C4}">
      <dsp:nvSpPr>
        <dsp:cNvPr id="0" name=""/>
        <dsp:cNvSpPr/>
      </dsp:nvSpPr>
      <dsp:spPr>
        <a:xfrm>
          <a:off x="0" y="601415"/>
          <a:ext cx="3862841" cy="1811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7</a:t>
          </a:r>
          <a:r>
            <a:rPr lang="en-US" sz="2000" kern="1200"/>
            <a:t>PM (18:00): ~</a:t>
          </a:r>
          <a:r>
            <a:rPr lang="en-IN" sz="2000" kern="1200"/>
            <a:t>3600 </a:t>
          </a:r>
          <a:r>
            <a:rPr lang="en-US" sz="2000" kern="1200"/>
            <a:t>rentals (highest)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8</a:t>
          </a:r>
          <a:r>
            <a:rPr lang="en-US" sz="2000" kern="1200"/>
            <a:t>PM (19:00): ~</a:t>
          </a:r>
          <a:r>
            <a:rPr lang="en-IN" sz="2000" kern="1200"/>
            <a:t>2900</a:t>
          </a:r>
          <a:r>
            <a:rPr lang="en-US" sz="2000" kern="1200"/>
            <a:t>rentals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6</a:t>
          </a:r>
          <a:r>
            <a:rPr lang="en-US" sz="2000" kern="1200"/>
            <a:t>PM (17:00): ~</a:t>
          </a:r>
          <a:r>
            <a:rPr lang="en-IN" sz="2000" kern="1200"/>
            <a:t>2600</a:t>
          </a:r>
          <a:r>
            <a:rPr lang="en-US" sz="2000" kern="1200"/>
            <a:t> rentals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9A</a:t>
          </a:r>
          <a:r>
            <a:rPr lang="en-US" sz="2000" kern="1200"/>
            <a:t>M (20:00): ~</a:t>
          </a:r>
          <a:r>
            <a:rPr lang="en-IN" sz="2000" kern="1200"/>
            <a:t>2500 </a:t>
          </a:r>
          <a:r>
            <a:rPr lang="en-US" sz="2000" kern="1200"/>
            <a:t>rentals</a:t>
          </a:r>
          <a:endParaRPr lang="en-IN" sz="2000" kern="1200"/>
        </a:p>
      </dsp:txBody>
      <dsp:txXfrm>
        <a:off x="0" y="601415"/>
        <a:ext cx="3862841" cy="18116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43F53-749E-4B6F-BA71-B7F69A865A96}">
      <dsp:nvSpPr>
        <dsp:cNvPr id="0" name=""/>
        <dsp:cNvSpPr/>
      </dsp:nvSpPr>
      <dsp:spPr>
        <a:xfrm>
          <a:off x="0" y="45131"/>
          <a:ext cx="4862804" cy="1130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>
              <a:latin typeface="Arial Black" panose="020B0A04020102020204" pitchFamily="34" charset="0"/>
            </a:rPr>
            <a:t>Interpretation</a:t>
          </a:r>
          <a:r>
            <a:rPr lang="en-US" sz="1400" b="1" kern="1200" dirty="0"/>
            <a:t>: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Bahnschrift Light" panose="020B0502040204020203" pitchFamily="34" charset="0"/>
            </a:rPr>
            <a:t>Strong correlation with commuting hours. Bikes are widely used for returning home from work and Short-distance evening travel</a:t>
          </a:r>
          <a:endParaRPr lang="en-IN" sz="1400" b="1" kern="1200" dirty="0">
            <a:latin typeface="Bahnschrift Light" panose="020B0502040204020203" pitchFamily="34" charset="0"/>
          </a:endParaRPr>
        </a:p>
      </dsp:txBody>
      <dsp:txXfrm>
        <a:off x="55188" y="100319"/>
        <a:ext cx="4752428" cy="10201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0CF6A-0854-4023-9676-3333E457FC9C}">
      <dsp:nvSpPr>
        <dsp:cNvPr id="0" name=""/>
        <dsp:cNvSpPr/>
      </dsp:nvSpPr>
      <dsp:spPr>
        <a:xfrm>
          <a:off x="0" y="0"/>
          <a:ext cx="4343717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u="sng" kern="1200"/>
            <a:t>Key Observations</a:t>
          </a:r>
          <a:endParaRPr lang="en-IN" sz="1900" kern="1200"/>
        </a:p>
      </dsp:txBody>
      <dsp:txXfrm>
        <a:off x="0" y="0"/>
        <a:ext cx="4343717" cy="547200"/>
      </dsp:txXfrm>
    </dsp:sp>
    <dsp:sp modelId="{463D4AC7-7A5C-4B28-8C41-267CB186F809}">
      <dsp:nvSpPr>
        <dsp:cNvPr id="0" name=""/>
        <dsp:cNvSpPr/>
      </dsp:nvSpPr>
      <dsp:spPr>
        <a:xfrm>
          <a:off x="0" y="525301"/>
          <a:ext cx="4343717" cy="14603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Summer: 7PM ~3600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Winter: 7PM ~1000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Autumn: 7PM ~3500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Spring: 7PM ~3400</a:t>
          </a:r>
        </a:p>
      </dsp:txBody>
      <dsp:txXfrm>
        <a:off x="0" y="525301"/>
        <a:ext cx="4343717" cy="14603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86621-152E-454B-A621-D271FABEDC7E}">
      <dsp:nvSpPr>
        <dsp:cNvPr id="0" name=""/>
        <dsp:cNvSpPr/>
      </dsp:nvSpPr>
      <dsp:spPr>
        <a:xfrm>
          <a:off x="0" y="20489"/>
          <a:ext cx="4511701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We interpret that u</a:t>
          </a:r>
          <a:r>
            <a:rPr lang="en-US" sz="1700" b="1" kern="1200" dirty="0"/>
            <a:t>ser behavior is consistent (evening peak), but demand intensity is strongly influenced by season</a:t>
          </a:r>
          <a:r>
            <a:rPr lang="en-IN" sz="1700" b="1" kern="1200" dirty="0"/>
            <a:t>.</a:t>
          </a:r>
          <a:endParaRPr lang="en-IN" sz="1700" kern="1200" dirty="0"/>
        </a:p>
      </dsp:txBody>
      <dsp:txXfrm>
        <a:off x="45635" y="66124"/>
        <a:ext cx="4420431" cy="843560"/>
      </dsp:txXfrm>
    </dsp:sp>
    <dsp:sp modelId="{719CA430-8086-46CD-AF1B-2EB72CF9CBB5}">
      <dsp:nvSpPr>
        <dsp:cNvPr id="0" name=""/>
        <dsp:cNvSpPr/>
      </dsp:nvSpPr>
      <dsp:spPr>
        <a:xfrm>
          <a:off x="0" y="1004279"/>
          <a:ext cx="4511701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There is also a spike in rentals at 9AM, which would be the morning commuting time.</a:t>
          </a:r>
        </a:p>
      </dsp:txBody>
      <dsp:txXfrm>
        <a:off x="45635" y="1049914"/>
        <a:ext cx="4420431" cy="8435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2C193C-ED09-498C-9C16-379767C1A825}">
      <dsp:nvSpPr>
        <dsp:cNvPr id="0" name=""/>
        <dsp:cNvSpPr/>
      </dsp:nvSpPr>
      <dsp:spPr>
        <a:xfrm>
          <a:off x="0" y="0"/>
          <a:ext cx="3263756" cy="6912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u="sng" kern="1200"/>
            <a:t>Key Observations</a:t>
          </a:r>
          <a:endParaRPr lang="en-IN" sz="1600" kern="1200"/>
        </a:p>
      </dsp:txBody>
      <dsp:txXfrm>
        <a:off x="0" y="0"/>
        <a:ext cx="3263756" cy="460800"/>
      </dsp:txXfrm>
    </dsp:sp>
    <dsp:sp modelId="{6AD4E2A3-62B8-4283-A1F3-AE642C5EE619}">
      <dsp:nvSpPr>
        <dsp:cNvPr id="0" name=""/>
        <dsp:cNvSpPr/>
      </dsp:nvSpPr>
      <dsp:spPr>
        <a:xfrm>
          <a:off x="668480" y="494594"/>
          <a:ext cx="3263756" cy="3283200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Positive relationship between temperature and bike rentals in all seasons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Rentals increase as temperature rises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Spring and Autumn show the strongest increase (steeper trend lines)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Winter has low rentals even as temperature increases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Summer shows high demand but with more variability</a:t>
          </a:r>
          <a:endParaRPr lang="en-IN" sz="1600" kern="1200" dirty="0"/>
        </a:p>
      </dsp:txBody>
      <dsp:txXfrm>
        <a:off x="764072" y="590186"/>
        <a:ext cx="3072572" cy="30920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13D2B-0073-4DF5-8702-7F98F209917D}">
      <dsp:nvSpPr>
        <dsp:cNvPr id="0" name=""/>
        <dsp:cNvSpPr/>
      </dsp:nvSpPr>
      <dsp:spPr>
        <a:xfrm>
          <a:off x="0" y="0"/>
          <a:ext cx="4586177" cy="9233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Avenir Next LT Pro Light" panose="020B0304020202020204" pitchFamily="34" charset="0"/>
            </a:rPr>
            <a:t>We infer that t</a:t>
          </a:r>
          <a:r>
            <a:rPr lang="en-US" sz="1700" b="1" kern="1200" dirty="0" err="1">
              <a:latin typeface="Avenir Next LT Pro Light" panose="020B0304020202020204" pitchFamily="34" charset="0"/>
            </a:rPr>
            <a:t>emperature</a:t>
          </a:r>
          <a:r>
            <a:rPr lang="en-US" sz="1700" b="1" kern="1200" dirty="0">
              <a:latin typeface="Avenir Next LT Pro Light" panose="020B0304020202020204" pitchFamily="34" charset="0"/>
            </a:rPr>
            <a:t> positively influences bike demand, but seasonal context affects its impact</a:t>
          </a:r>
          <a:endParaRPr lang="en-IN" sz="1700" kern="1200" dirty="0">
            <a:latin typeface="Avenir Next LT Pro Light" panose="020B0304020202020204" pitchFamily="34" charset="0"/>
          </a:endParaRPr>
        </a:p>
      </dsp:txBody>
      <dsp:txXfrm>
        <a:off x="27043" y="27043"/>
        <a:ext cx="4532091" cy="86924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ADE70-97A2-4AE2-9923-56EAA0DF0FD7}">
      <dsp:nvSpPr>
        <dsp:cNvPr id="0" name=""/>
        <dsp:cNvSpPr/>
      </dsp:nvSpPr>
      <dsp:spPr>
        <a:xfrm rot="5400000">
          <a:off x="1149285" y="647478"/>
          <a:ext cx="3049270" cy="251663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Arial Rounded MT Bold" panose="020F0704030504030204" pitchFamily="34" charset="0"/>
            </a:rPr>
            <a:t>Strong negative relationship between rainfall and bike rentals</a:t>
          </a:r>
          <a:endParaRPr lang="en-IN" sz="1500" b="0" kern="1200" dirty="0">
            <a:latin typeface="Arial Rounded MT Bold" panose="020F070403050403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Arial Rounded MT Bold" panose="020F0704030504030204" pitchFamily="34" charset="0"/>
            </a:rPr>
            <a:t>Rentals are highest when rainfall is near 0 mm</a:t>
          </a:r>
          <a:endParaRPr lang="en-IN" sz="1500" b="0" kern="1200" dirty="0">
            <a:latin typeface="Arial Rounded MT Bold" panose="020F070403050403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Arial Rounded MT Bold" panose="020F0704030504030204" pitchFamily="34" charset="0"/>
            </a:rPr>
            <a:t>Even small increases in rainfall lead to a sharp drop in demand</a:t>
          </a:r>
          <a:endParaRPr lang="en-IN" sz="1500" b="0" kern="1200" dirty="0">
            <a:latin typeface="Arial Rounded MT Bold" panose="020F070403050403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Arial Rounded MT Bold" panose="020F0704030504030204" pitchFamily="34" charset="0"/>
            </a:rPr>
            <a:t>At higher rainfall levels, rentals remain consistently low across all seasons</a:t>
          </a:r>
          <a:endParaRPr lang="en-IN" sz="1500" b="0" kern="1200" dirty="0">
            <a:latin typeface="Arial Rounded MT Bold" panose="020F0704030504030204" pitchFamily="34" charset="0"/>
          </a:endParaRPr>
        </a:p>
      </dsp:txBody>
      <dsp:txXfrm rot="-5400000">
        <a:off x="1415604" y="504011"/>
        <a:ext cx="2393779" cy="2803566"/>
      </dsp:txXfrm>
    </dsp:sp>
    <dsp:sp modelId="{2B6ACFA0-5B21-4885-B70D-DB1E2E2299E7}">
      <dsp:nvSpPr>
        <dsp:cNvPr id="0" name=""/>
        <dsp:cNvSpPr/>
      </dsp:nvSpPr>
      <dsp:spPr>
        <a:xfrm>
          <a:off x="0" y="0"/>
          <a:ext cx="1415605" cy="38115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u="sng" kern="1200" dirty="0">
              <a:latin typeface="Arial Black" panose="020B0A04020102020204" pitchFamily="34" charset="0"/>
            </a:rPr>
            <a:t>Key Observations</a:t>
          </a:r>
          <a:endParaRPr lang="en-IN" sz="1200" kern="1200" dirty="0">
            <a:latin typeface="Arial Black" panose="020B0A04020102020204" pitchFamily="34" charset="0"/>
          </a:endParaRPr>
        </a:p>
      </dsp:txBody>
      <dsp:txXfrm>
        <a:off x="69104" y="69104"/>
        <a:ext cx="1277397" cy="36733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B359D-E443-47DA-B307-3414FE4EB475}">
      <dsp:nvSpPr>
        <dsp:cNvPr id="0" name=""/>
        <dsp:cNvSpPr/>
      </dsp:nvSpPr>
      <dsp:spPr>
        <a:xfrm>
          <a:off x="0" y="4778"/>
          <a:ext cx="4660057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Rainfall is a major limiting factor for bike usage</a:t>
          </a:r>
          <a:endParaRPr lang="en-IN" sz="1500" kern="1200"/>
        </a:p>
      </dsp:txBody>
      <dsp:txXfrm>
        <a:off x="17563" y="22341"/>
        <a:ext cx="4624931" cy="32464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E5E10-05D8-4452-BBE8-BBFF548EAE8F}">
      <dsp:nvSpPr>
        <dsp:cNvPr id="0" name=""/>
        <dsp:cNvSpPr/>
      </dsp:nvSpPr>
      <dsp:spPr>
        <a:xfrm>
          <a:off x="0" y="135494"/>
          <a:ext cx="3932237" cy="576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u="sng" kern="1200"/>
            <a:t>Key Observations</a:t>
          </a:r>
          <a:endParaRPr lang="en-IN" sz="2000" kern="1200"/>
        </a:p>
      </dsp:txBody>
      <dsp:txXfrm>
        <a:off x="0" y="135494"/>
        <a:ext cx="3932237" cy="576000"/>
      </dsp:txXfrm>
    </dsp:sp>
    <dsp:sp modelId="{CD528970-F6CD-434D-90EE-C8B521B6002C}">
      <dsp:nvSpPr>
        <dsp:cNvPr id="0" name=""/>
        <dsp:cNvSpPr/>
      </dsp:nvSpPr>
      <dsp:spPr>
        <a:xfrm>
          <a:off x="0" y="711494"/>
          <a:ext cx="3932237" cy="2964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Negative relationship between humidity and bike rentals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Rentals tend to decrease as humidity increases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High rental activity is concentrated at moderate humidity levels (≈30–60%)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Very high humidity (&gt;70–80%) is associated with lower demand</a:t>
          </a:r>
          <a:endParaRPr lang="en-IN" sz="2000" kern="1200"/>
        </a:p>
      </dsp:txBody>
      <dsp:txXfrm>
        <a:off x="0" y="711494"/>
        <a:ext cx="3932237" cy="296459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91550-1C05-4243-845E-0936AFDABDD8}">
      <dsp:nvSpPr>
        <dsp:cNvPr id="0" name=""/>
        <dsp:cNvSpPr/>
      </dsp:nvSpPr>
      <dsp:spPr>
        <a:xfrm>
          <a:off x="0" y="0"/>
          <a:ext cx="4148429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Higher humidity reduces comfort, leading to lower bike usage</a:t>
          </a:r>
          <a:endParaRPr lang="en-IN" sz="2100" kern="1200"/>
        </a:p>
      </dsp:txBody>
      <dsp:txXfrm>
        <a:off x="40780" y="40780"/>
        <a:ext cx="4066869" cy="75381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6D3D55-FCC8-4974-A08F-4B4524A21DF7}">
      <dsp:nvSpPr>
        <dsp:cNvPr id="0" name=""/>
        <dsp:cNvSpPr/>
      </dsp:nvSpPr>
      <dsp:spPr>
        <a:xfrm>
          <a:off x="0" y="703449"/>
          <a:ext cx="3932237" cy="1966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u="sng" kern="1200" dirty="0"/>
            <a:t>Key Observations</a:t>
          </a:r>
          <a:endParaRPr lang="en-IN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Snowfall occurs primarily in Winter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Other seasons show little to no snowfall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Bike rentals are highest when snowfall = 0 cm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Even small snowfall leads to a sharp drop in demand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7586" y="761035"/>
        <a:ext cx="3817065" cy="185094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343B3-D976-442E-99BC-59CDED3F6C0E}">
      <dsp:nvSpPr>
        <dsp:cNvPr id="0" name=""/>
        <dsp:cNvSpPr/>
      </dsp:nvSpPr>
      <dsp:spPr>
        <a:xfrm>
          <a:off x="683618" y="21"/>
          <a:ext cx="2565000" cy="855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Snowfall is a strong limiting factor and mainly affects Winter demand</a:t>
          </a:r>
          <a:endParaRPr lang="en-IN" sz="1800" kern="1200" dirty="0"/>
        </a:p>
      </dsp:txBody>
      <dsp:txXfrm>
        <a:off x="683618" y="21"/>
        <a:ext cx="2565000" cy="855747"/>
      </dsp:txXfrm>
    </dsp:sp>
    <dsp:sp modelId="{65C7D385-8A6C-4CE7-AAB9-BE7332C372C5}">
      <dsp:nvSpPr>
        <dsp:cNvPr id="0" name=""/>
        <dsp:cNvSpPr/>
      </dsp:nvSpPr>
      <dsp:spPr>
        <a:xfrm>
          <a:off x="346118" y="898556"/>
          <a:ext cx="3240000" cy="8557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(Since there was no snowfall during summer and Spring, There is no regression line to follow.)</a:t>
          </a:r>
        </a:p>
      </dsp:txBody>
      <dsp:txXfrm>
        <a:off x="346118" y="898556"/>
        <a:ext cx="3240000" cy="85574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874BF-67B6-4F97-96A1-B3626905ADB9}">
      <dsp:nvSpPr>
        <dsp:cNvPr id="0" name=""/>
        <dsp:cNvSpPr/>
      </dsp:nvSpPr>
      <dsp:spPr>
        <a:xfrm>
          <a:off x="17" y="20245"/>
          <a:ext cx="10507158" cy="18921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u="sng" kern="1200"/>
            <a:t>Key Findings</a:t>
          </a:r>
          <a:endParaRPr lang="en-IN" sz="6500" kern="1200"/>
        </a:p>
      </dsp:txBody>
      <dsp:txXfrm>
        <a:off x="55436" y="75664"/>
        <a:ext cx="10396320" cy="1781319"/>
      </dsp:txXfrm>
    </dsp:sp>
    <dsp:sp modelId="{A1E59799-69FF-489B-B4A9-F5C0FCA014EE}">
      <dsp:nvSpPr>
        <dsp:cNvPr id="0" name=""/>
        <dsp:cNvSpPr/>
      </dsp:nvSpPr>
      <dsp:spPr>
        <a:xfrm>
          <a:off x="4220" y="2168150"/>
          <a:ext cx="1969107" cy="18921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Bike demand is seasonal, with highest usage in Summer and Autumn</a:t>
          </a:r>
          <a:r>
            <a:rPr lang="en-IN" sz="1700" kern="1200"/>
            <a:t>.</a:t>
          </a:r>
        </a:p>
      </dsp:txBody>
      <dsp:txXfrm>
        <a:off x="59639" y="2223569"/>
        <a:ext cx="1858269" cy="1781319"/>
      </dsp:txXfrm>
    </dsp:sp>
    <dsp:sp modelId="{2C4FC95D-C06A-47CC-B04E-0C25B6401D32}">
      <dsp:nvSpPr>
        <dsp:cNvPr id="0" name=""/>
        <dsp:cNvSpPr/>
      </dsp:nvSpPr>
      <dsp:spPr>
        <a:xfrm>
          <a:off x="2138733" y="2168150"/>
          <a:ext cx="1969107" cy="18921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Peak usage occurs during evening hours (around 6–</a:t>
          </a:r>
          <a:r>
            <a:rPr lang="en-IN" sz="1700" kern="1200"/>
            <a:t>8</a:t>
          </a:r>
          <a:r>
            <a:rPr lang="en-US" sz="1700" kern="1200"/>
            <a:t> PM)</a:t>
          </a:r>
          <a:endParaRPr lang="en-IN" sz="1700" kern="1200"/>
        </a:p>
      </dsp:txBody>
      <dsp:txXfrm>
        <a:off x="2194152" y="2223569"/>
        <a:ext cx="1858269" cy="1781319"/>
      </dsp:txXfrm>
    </dsp:sp>
    <dsp:sp modelId="{8D876449-8548-48EE-A48B-15A9B4F80070}">
      <dsp:nvSpPr>
        <dsp:cNvPr id="0" name=""/>
        <dsp:cNvSpPr/>
      </dsp:nvSpPr>
      <dsp:spPr>
        <a:xfrm>
          <a:off x="4273246" y="2168150"/>
          <a:ext cx="1969107" cy="18921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Temperature positively influences demand, with optimal usage in moderate warm conditions</a:t>
          </a:r>
          <a:endParaRPr lang="en-IN" sz="1700" kern="1200"/>
        </a:p>
      </dsp:txBody>
      <dsp:txXfrm>
        <a:off x="4328665" y="2223569"/>
        <a:ext cx="1858269" cy="1781319"/>
      </dsp:txXfrm>
    </dsp:sp>
    <dsp:sp modelId="{E3DE4DE5-51F0-4D57-9ABD-BDB7DC0E20E5}">
      <dsp:nvSpPr>
        <dsp:cNvPr id="0" name=""/>
        <dsp:cNvSpPr/>
      </dsp:nvSpPr>
      <dsp:spPr>
        <a:xfrm>
          <a:off x="6407758" y="2168150"/>
          <a:ext cx="1969107" cy="18921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Rainfall and snowfall significantly reduce rentals</a:t>
          </a:r>
          <a:endParaRPr lang="en-IN" sz="1700" kern="1200"/>
        </a:p>
      </dsp:txBody>
      <dsp:txXfrm>
        <a:off x="6463177" y="2223569"/>
        <a:ext cx="1858269" cy="1781319"/>
      </dsp:txXfrm>
    </dsp:sp>
    <dsp:sp modelId="{0BD5CE87-6E36-43F6-8C5A-FEADE8DFBA0C}">
      <dsp:nvSpPr>
        <dsp:cNvPr id="0" name=""/>
        <dsp:cNvSpPr/>
      </dsp:nvSpPr>
      <dsp:spPr>
        <a:xfrm>
          <a:off x="8542271" y="2168150"/>
          <a:ext cx="1969107" cy="18921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Humidity has a moderate negative effect on usage</a:t>
          </a:r>
          <a:endParaRPr lang="en-IN" sz="1700" kern="1200"/>
        </a:p>
      </dsp:txBody>
      <dsp:txXfrm>
        <a:off x="8597690" y="2223569"/>
        <a:ext cx="1858269" cy="178131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7C7DC-1057-4C6B-8901-AFA81EEC0EA2}">
      <dsp:nvSpPr>
        <dsp:cNvPr id="0" name=""/>
        <dsp:cNvSpPr/>
      </dsp:nvSpPr>
      <dsp:spPr>
        <a:xfrm>
          <a:off x="0" y="0"/>
          <a:ext cx="10339873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Bike rental demand is primarily driven by a combination of time, seasonal patterns, and weather conditions.</a:t>
          </a:r>
          <a:endParaRPr lang="en-IN" sz="1700" kern="1200"/>
        </a:p>
      </dsp:txBody>
      <dsp:txXfrm>
        <a:off x="19904" y="19904"/>
        <a:ext cx="10300065" cy="36793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A37672-32C8-4877-99D2-5EE4D052BF03}">
      <dsp:nvSpPr>
        <dsp:cNvPr id="0" name=""/>
        <dsp:cNvSpPr/>
      </dsp:nvSpPr>
      <dsp:spPr>
        <a:xfrm rot="5400000">
          <a:off x="1782952" y="517556"/>
          <a:ext cx="3481070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Increase bike availability during peak evening hours (6–7 PM)</a:t>
          </a:r>
          <a:endParaRPr lang="en-I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Allocate more bikes during high-demand seasons (Summer &amp; Autumn)</a:t>
          </a:r>
          <a:endParaRPr lang="en-IN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Reduce or optimize fleet during low-demand periods (Winter)</a:t>
          </a:r>
          <a:endParaRPr lang="en-IN" sz="2100" kern="1200"/>
        </a:p>
      </dsp:txBody>
      <dsp:txXfrm rot="-5400000">
        <a:off x="1865375" y="597019"/>
        <a:ext cx="3154339" cy="3157300"/>
      </dsp:txXfrm>
    </dsp:sp>
    <dsp:sp modelId="{2FC50A54-2026-4149-BBC6-3B4DABDA5889}">
      <dsp:nvSpPr>
        <dsp:cNvPr id="0" name=""/>
        <dsp:cNvSpPr/>
      </dsp:nvSpPr>
      <dsp:spPr>
        <a:xfrm>
          <a:off x="0" y="0"/>
          <a:ext cx="1865376" cy="43513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u="sng" kern="1200"/>
            <a:t>Operational Recommendations</a:t>
          </a:r>
          <a:endParaRPr lang="en-IN" sz="1600" kern="1200"/>
        </a:p>
      </dsp:txBody>
      <dsp:txXfrm>
        <a:off x="91060" y="91060"/>
        <a:ext cx="1683256" cy="416921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C0051-C531-46D0-9B85-BDB4CCCFC58C}">
      <dsp:nvSpPr>
        <dsp:cNvPr id="0" name=""/>
        <dsp:cNvSpPr/>
      </dsp:nvSpPr>
      <dsp:spPr>
        <a:xfrm rot="5400000">
          <a:off x="1782952" y="517556"/>
          <a:ext cx="3481070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Use weather forecasts to anticipate demand changes</a:t>
          </a:r>
          <a:endParaRPr lang="en-IN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Reduce deployment during rainfall and snowfall</a:t>
          </a:r>
          <a:endParaRPr lang="en-IN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Maintain flexibility during high humidity conditions</a:t>
          </a:r>
          <a:endParaRPr lang="en-IN" sz="2300" kern="1200"/>
        </a:p>
      </dsp:txBody>
      <dsp:txXfrm rot="-5400000">
        <a:off x="1865375" y="597019"/>
        <a:ext cx="3154339" cy="3157300"/>
      </dsp:txXfrm>
    </dsp:sp>
    <dsp:sp modelId="{3910C146-C091-4E2B-8AF9-25CED04DD09A}">
      <dsp:nvSpPr>
        <dsp:cNvPr id="0" name=""/>
        <dsp:cNvSpPr/>
      </dsp:nvSpPr>
      <dsp:spPr>
        <a:xfrm>
          <a:off x="0" y="0"/>
          <a:ext cx="1865376" cy="43513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u="sng" kern="1200"/>
            <a:t>Weather-Based Planning</a:t>
          </a:r>
          <a:endParaRPr lang="en-IN" sz="2900" kern="1200"/>
        </a:p>
      </dsp:txBody>
      <dsp:txXfrm>
        <a:off x="91060" y="91060"/>
        <a:ext cx="1683256" cy="4169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12" Type="http://schemas.microsoft.com/office/2007/relationships/diagramDrawing" Target="../diagrams/drawing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11" Type="http://schemas.openxmlformats.org/officeDocument/2006/relationships/diagramColors" Target="../diagrams/colors6.xml"/><Relationship Id="rId5" Type="http://schemas.openxmlformats.org/officeDocument/2006/relationships/diagramColors" Target="../diagrams/colors5.xml"/><Relationship Id="rId10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5.xml"/><Relationship Id="rId9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diagramLayout" Target="../diagrams/layout9.xml"/><Relationship Id="rId7" Type="http://schemas.openxmlformats.org/officeDocument/2006/relationships/image" Target="../media/image4.png"/><Relationship Id="rId12" Type="http://schemas.microsoft.com/office/2007/relationships/diagramDrawing" Target="../diagrams/drawing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9.xml"/><Relationship Id="rId11" Type="http://schemas.openxmlformats.org/officeDocument/2006/relationships/diagramColors" Target="../diagrams/colors10.xml"/><Relationship Id="rId5" Type="http://schemas.openxmlformats.org/officeDocument/2006/relationships/diagramColors" Target="../diagrams/colors9.xml"/><Relationship Id="rId10" Type="http://schemas.openxmlformats.org/officeDocument/2006/relationships/diagramQuickStyle" Target="../diagrams/quickStyle10.xml"/><Relationship Id="rId4" Type="http://schemas.openxmlformats.org/officeDocument/2006/relationships/diagramQuickStyle" Target="../diagrams/quickStyle9.xml"/><Relationship Id="rId9" Type="http://schemas.openxmlformats.org/officeDocument/2006/relationships/diagramLayout" Target="../diagrams/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3" Type="http://schemas.openxmlformats.org/officeDocument/2006/relationships/diagramLayout" Target="../diagrams/layout11.xml"/><Relationship Id="rId7" Type="http://schemas.openxmlformats.org/officeDocument/2006/relationships/image" Target="../media/image5.png"/><Relationship Id="rId12" Type="http://schemas.microsoft.com/office/2007/relationships/diagramDrawing" Target="../diagrams/drawing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1.xml"/><Relationship Id="rId11" Type="http://schemas.openxmlformats.org/officeDocument/2006/relationships/diagramColors" Target="../diagrams/colors12.xml"/><Relationship Id="rId5" Type="http://schemas.openxmlformats.org/officeDocument/2006/relationships/diagramColors" Target="../diagrams/colors11.xml"/><Relationship Id="rId10" Type="http://schemas.openxmlformats.org/officeDocument/2006/relationships/diagramQuickStyle" Target="../diagrams/quickStyle12.xml"/><Relationship Id="rId4" Type="http://schemas.openxmlformats.org/officeDocument/2006/relationships/diagramQuickStyle" Target="../diagrams/quickStyle11.xml"/><Relationship Id="rId9" Type="http://schemas.openxmlformats.org/officeDocument/2006/relationships/diagramLayout" Target="../diagrams/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4.xml"/><Relationship Id="rId3" Type="http://schemas.openxmlformats.org/officeDocument/2006/relationships/diagramLayout" Target="../diagrams/layout13.xml"/><Relationship Id="rId7" Type="http://schemas.openxmlformats.org/officeDocument/2006/relationships/image" Target="../media/image6.png"/><Relationship Id="rId12" Type="http://schemas.microsoft.com/office/2007/relationships/diagramDrawing" Target="../diagrams/drawing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3.xml"/><Relationship Id="rId11" Type="http://schemas.openxmlformats.org/officeDocument/2006/relationships/diagramColors" Target="../diagrams/colors14.xml"/><Relationship Id="rId5" Type="http://schemas.openxmlformats.org/officeDocument/2006/relationships/diagramColors" Target="../diagrams/colors13.xml"/><Relationship Id="rId10" Type="http://schemas.openxmlformats.org/officeDocument/2006/relationships/diagramQuickStyle" Target="../diagrams/quickStyle14.xml"/><Relationship Id="rId4" Type="http://schemas.openxmlformats.org/officeDocument/2006/relationships/diagramQuickStyle" Target="../diagrams/quickStyle13.xml"/><Relationship Id="rId9" Type="http://schemas.openxmlformats.org/officeDocument/2006/relationships/diagramLayout" Target="../diagrams/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6.xml"/><Relationship Id="rId3" Type="http://schemas.openxmlformats.org/officeDocument/2006/relationships/diagramLayout" Target="../diagrams/layout15.xml"/><Relationship Id="rId7" Type="http://schemas.openxmlformats.org/officeDocument/2006/relationships/image" Target="../media/image7.png"/><Relationship Id="rId12" Type="http://schemas.microsoft.com/office/2007/relationships/diagramDrawing" Target="../diagrams/drawing16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5.xml"/><Relationship Id="rId11" Type="http://schemas.openxmlformats.org/officeDocument/2006/relationships/diagramColors" Target="../diagrams/colors16.xml"/><Relationship Id="rId5" Type="http://schemas.openxmlformats.org/officeDocument/2006/relationships/diagramColors" Target="../diagrams/colors15.xml"/><Relationship Id="rId10" Type="http://schemas.openxmlformats.org/officeDocument/2006/relationships/diagramQuickStyle" Target="../diagrams/quickStyle16.xml"/><Relationship Id="rId4" Type="http://schemas.openxmlformats.org/officeDocument/2006/relationships/diagramQuickStyle" Target="../diagrams/quickStyle15.xml"/><Relationship Id="rId9" Type="http://schemas.openxmlformats.org/officeDocument/2006/relationships/diagramLayout" Target="../diagrams/layout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b="1" u="sng" dirty="0"/>
              <a:t>Seoul </a:t>
            </a:r>
            <a:r>
              <a:rPr lang="en-US" altLang="en-US" b="1" u="sng" dirty="0"/>
              <a:t>Bike Rental Demand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altLang="en-US"/>
              <a:t>Group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u="sng" dirty="0">
                <a:latin typeface="Arial Black" panose="020B0A04020102020204" pitchFamily="34" charset="0"/>
              </a:rPr>
              <a:t>Goal of the Analysis</a:t>
            </a:r>
            <a:r>
              <a:rPr lang="en-IN" altLang="en-US" b="1" dirty="0"/>
              <a:t>	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 flipH="1">
            <a:off x="-8667899" y="6241669"/>
            <a:ext cx="4152122" cy="19656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1E7C13E-EA2C-B873-74D1-2DCE41CF2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961089"/>
              </p:ext>
            </p:extLst>
          </p:nvPr>
        </p:nvGraphicFramePr>
        <p:xfrm>
          <a:off x="679579" y="1738572"/>
          <a:ext cx="9042919" cy="2553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05132-E6ED-BD20-9A71-6B5F2787E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273922-3A95-1E20-9F6E-F721D26F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u="sng" dirty="0">
                <a:latin typeface="Arial Black" panose="020B0A04020102020204" pitchFamily="34" charset="0"/>
              </a:rPr>
              <a:t>Data Source</a:t>
            </a:r>
            <a:r>
              <a:rPr lang="en-IN" altLang="en-US" b="1" dirty="0"/>
              <a:t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5FFD04-32BB-54B2-7AA3-4411BBF48E2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8667899" y="6241669"/>
            <a:ext cx="4152122" cy="19656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8A26A-1DBD-A280-6D9E-10530352D560}"/>
              </a:ext>
            </a:extLst>
          </p:cNvPr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31A0B87-8897-D4D5-5639-470A5B5FEB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0525535"/>
              </p:ext>
            </p:extLst>
          </p:nvPr>
        </p:nvGraphicFramePr>
        <p:xfrm>
          <a:off x="679579" y="1738572"/>
          <a:ext cx="8578721" cy="1899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11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u="sng" dirty="0">
                <a:latin typeface="Arial Black" panose="020B0A04020102020204" pitchFamily="34" charset="0"/>
              </a:rPr>
              <a:t>Dataset Overview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198BE8A-AF9E-C004-72D7-99A364D3B3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729294"/>
              </p:ext>
            </p:extLst>
          </p:nvPr>
        </p:nvGraphicFramePr>
        <p:xfrm>
          <a:off x="838200" y="1520890"/>
          <a:ext cx="10515600" cy="4656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u="sng" dirty="0">
                <a:latin typeface="Arial Black" panose="020B0A04020102020204" pitchFamily="34" charset="0"/>
              </a:rPr>
              <a:t>Seasonal Trends</a:t>
            </a:r>
            <a:r>
              <a:rPr lang="en-IN" altLang="en-US" b="1" dirty="0"/>
              <a:t>	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A89A43BE-C468-1E42-C008-484901AAD1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228127"/>
              </p:ext>
            </p:extLst>
          </p:nvPr>
        </p:nvGraphicFramePr>
        <p:xfrm>
          <a:off x="838200" y="1825625"/>
          <a:ext cx="5257800" cy="435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season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390261"/>
            <a:ext cx="5682615" cy="4926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33A0736-C62A-C2A6-B561-BCDE0A34DE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2085049"/>
              </p:ext>
            </p:extLst>
          </p:nvPr>
        </p:nvGraphicFramePr>
        <p:xfrm>
          <a:off x="839788" y="1517650"/>
          <a:ext cx="3862841" cy="2438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Placeholder 8" descr="2main"/>
          <p:cNvPicPr>
            <a:picLocks noGrp="1" noChangeAspect="1"/>
          </p:cNvPicPr>
          <p:nvPr>
            <p:ph type="pic" idx="1"/>
          </p:nvPr>
        </p:nvPicPr>
        <p:blipFill>
          <a:blip r:embed="rId7"/>
          <a:stretch>
            <a:fillRect/>
          </a:stretch>
        </p:blipFill>
        <p:spPr>
          <a:xfrm>
            <a:off x="5696799" y="1646555"/>
            <a:ext cx="6172200" cy="48463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itle 3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b="1" dirty="0">
                <a:latin typeface="Arial Black" panose="020B0A04020102020204" pitchFamily="34" charset="0"/>
              </a:rPr>
              <a:t>Peak Hour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9D9B8F0-B983-878C-88E2-7696ED876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0602788"/>
              </p:ext>
            </p:extLst>
          </p:nvPr>
        </p:nvGraphicFramePr>
        <p:xfrm>
          <a:off x="511630" y="4254759"/>
          <a:ext cx="4862804" cy="1175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3207" y="765745"/>
            <a:ext cx="6688455" cy="59372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94588F2-44E4-EBEC-F47B-ABA2510E8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7557784"/>
              </p:ext>
            </p:extLst>
          </p:nvPr>
        </p:nvGraphicFramePr>
        <p:xfrm>
          <a:off x="461185" y="2011219"/>
          <a:ext cx="4343717" cy="2104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itle 3"/>
          <p:cNvSpPr>
            <a:spLocks noGrp="1"/>
          </p:cNvSpPr>
          <p:nvPr/>
        </p:nvSpPr>
        <p:spPr>
          <a:xfrm>
            <a:off x="250372" y="281168"/>
            <a:ext cx="5459963" cy="969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b="1" u="sng" dirty="0">
                <a:latin typeface="Arial Black" panose="020B0A04020102020204" pitchFamily="34" charset="0"/>
              </a:rPr>
              <a:t>Peak Hour Analysis</a:t>
            </a:r>
            <a:br>
              <a:rPr lang="en-IN" altLang="en-US" b="1" u="sng" dirty="0">
                <a:latin typeface="Arial Black" panose="020B0A04020102020204" pitchFamily="34" charset="0"/>
              </a:rPr>
            </a:br>
            <a:r>
              <a:rPr lang="en-IN" altLang="en-US" b="1" u="sng" dirty="0">
                <a:latin typeface="Arial Black" panose="020B0A04020102020204" pitchFamily="34" charset="0"/>
              </a:rPr>
              <a:t>by Season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83C9126-35DA-ABA5-0D9B-F29DF12391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2211000"/>
              </p:ext>
            </p:extLst>
          </p:nvPr>
        </p:nvGraphicFramePr>
        <p:xfrm>
          <a:off x="416071" y="4323518"/>
          <a:ext cx="4511701" cy="1959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9F25EC1-BE2E-FDAD-36DD-5A5BE23E24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8117639"/>
              </p:ext>
            </p:extLst>
          </p:nvPr>
        </p:nvGraphicFramePr>
        <p:xfrm>
          <a:off x="415608" y="1280458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itle 3"/>
          <p:cNvSpPr>
            <a:spLocks noGrp="1"/>
          </p:cNvSpPr>
          <p:nvPr/>
        </p:nvSpPr>
        <p:spPr>
          <a:xfrm>
            <a:off x="838200" y="365125"/>
            <a:ext cx="5478624" cy="6356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b="1" u="sng" dirty="0">
                <a:latin typeface="Arial Black" panose="020B0A04020102020204" pitchFamily="34" charset="0"/>
              </a:rPr>
              <a:t>Temperature vs Bike Rentals by Season</a:t>
            </a:r>
          </a:p>
        </p:txBody>
      </p:sp>
      <p:pic>
        <p:nvPicPr>
          <p:cNvPr id="3" name="Content Placeholder 2" descr="3"/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529547" y="1000760"/>
            <a:ext cx="6172200" cy="48463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Rectangle 4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B0D6FDD-1FA1-9244-EAA2-73CAB40653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4313927"/>
              </p:ext>
            </p:extLst>
          </p:nvPr>
        </p:nvGraphicFramePr>
        <p:xfrm>
          <a:off x="279919" y="5385415"/>
          <a:ext cx="4590661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D7B3B6D-9344-C230-584E-76BBFD7F7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3999342"/>
              </p:ext>
            </p:extLst>
          </p:nvPr>
        </p:nvGraphicFramePr>
        <p:xfrm>
          <a:off x="298612" y="1324947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itle 3"/>
          <p:cNvSpPr>
            <a:spLocks noGrp="1"/>
          </p:cNvSpPr>
          <p:nvPr/>
        </p:nvSpPr>
        <p:spPr>
          <a:xfrm>
            <a:off x="838200" y="365125"/>
            <a:ext cx="5366657" cy="95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u="sng" dirty="0">
                <a:latin typeface="Arial Black" panose="020B0A04020102020204" pitchFamily="34" charset="0"/>
              </a:rPr>
              <a:t>Impact of Rainfall on</a:t>
            </a:r>
            <a:r>
              <a:rPr lang="en-US" altLang="en-US" b="1" u="sng" dirty="0">
                <a:latin typeface="Arial Black" panose="020B0A04020102020204" pitchFamily="34" charset="0"/>
              </a:rPr>
              <a:t> Bike Rentals by Season</a:t>
            </a:r>
          </a:p>
        </p:txBody>
      </p:sp>
      <p:pic>
        <p:nvPicPr>
          <p:cNvPr id="4" name="Content Placeholder 3" descr="4"/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535554" y="1439299"/>
            <a:ext cx="6172200" cy="48463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Rectangle 4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2FC42A1-0716-7BDA-A190-FC0DCC9AFB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8291943"/>
              </p:ext>
            </p:extLst>
          </p:nvPr>
        </p:nvGraphicFramePr>
        <p:xfrm>
          <a:off x="223144" y="5348387"/>
          <a:ext cx="4660057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9E6C7DF-3CD8-253F-A6A8-1C195C426F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9101832"/>
              </p:ext>
            </p:extLst>
          </p:nvPr>
        </p:nvGraphicFramePr>
        <p:xfrm>
          <a:off x="1054392" y="1278294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itle 3"/>
          <p:cNvSpPr>
            <a:spLocks noGrp="1"/>
          </p:cNvSpPr>
          <p:nvPr/>
        </p:nvSpPr>
        <p:spPr>
          <a:xfrm>
            <a:off x="838200" y="365125"/>
            <a:ext cx="5431971" cy="913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u="sng" dirty="0">
                <a:latin typeface="Arial Black" panose="020B0A04020102020204" pitchFamily="34" charset="0"/>
              </a:rPr>
              <a:t>Impact of Humidity on</a:t>
            </a:r>
            <a:r>
              <a:rPr lang="en-US" altLang="en-US" b="1" u="sng" dirty="0">
                <a:latin typeface="Arial Black" panose="020B0A04020102020204" pitchFamily="34" charset="0"/>
              </a:rPr>
              <a:t> Bike Rentals by Season</a:t>
            </a:r>
          </a:p>
        </p:txBody>
      </p:sp>
      <p:pic>
        <p:nvPicPr>
          <p:cNvPr id="3" name="Content Placeholder 2" descr="5"/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678027" y="1643419"/>
            <a:ext cx="6172200" cy="48463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Rectangle 4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DDEBDDB-BD27-3B2A-8ADE-E6B39A580E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5738228"/>
              </p:ext>
            </p:extLst>
          </p:nvPr>
        </p:nvGraphicFramePr>
        <p:xfrm>
          <a:off x="838200" y="5439747"/>
          <a:ext cx="4148429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A838B84-835C-6B47-8830-69AEDB0CBC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9865701"/>
              </p:ext>
            </p:extLst>
          </p:nvPr>
        </p:nvGraphicFramePr>
        <p:xfrm>
          <a:off x="634514" y="1282959"/>
          <a:ext cx="3932237" cy="3373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itle 3"/>
          <p:cNvSpPr>
            <a:spLocks noGrp="1"/>
          </p:cNvSpPr>
          <p:nvPr/>
        </p:nvSpPr>
        <p:spPr>
          <a:xfrm>
            <a:off x="838200" y="365125"/>
            <a:ext cx="5257800" cy="838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u="sng" dirty="0">
                <a:latin typeface="Arial Black" panose="020B0A04020102020204" pitchFamily="34" charset="0"/>
              </a:rPr>
              <a:t>Impact of Snowfall on</a:t>
            </a:r>
            <a:r>
              <a:rPr lang="en-US" altLang="en-US" b="1" u="sng" dirty="0">
                <a:latin typeface="Arial Black" panose="020B0A04020102020204" pitchFamily="34" charset="0"/>
              </a:rPr>
              <a:t> Bike Rentals by Season</a:t>
            </a:r>
          </a:p>
        </p:txBody>
      </p:sp>
      <p:pic>
        <p:nvPicPr>
          <p:cNvPr id="7" name="Content Placeholder 6" descr="6"/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611178" y="1355324"/>
            <a:ext cx="6172200" cy="48463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8" name="Rectangle 7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97D4836-4174-054E-E7B3-569CA4543C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7858971"/>
              </p:ext>
            </p:extLst>
          </p:nvPr>
        </p:nvGraphicFramePr>
        <p:xfrm>
          <a:off x="531845" y="4184609"/>
          <a:ext cx="3932237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u="sng" dirty="0">
                <a:latin typeface="Arial Black" panose="020B0A04020102020204" pitchFamily="34" charset="0"/>
              </a:rPr>
              <a:t>Conclusion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56949AD-AC10-05CA-C887-21FA3CB50C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579322"/>
              </p:ext>
            </p:extLst>
          </p:nvPr>
        </p:nvGraphicFramePr>
        <p:xfrm>
          <a:off x="838200" y="1517715"/>
          <a:ext cx="10515600" cy="4061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AAD4380-F03C-C219-5AA5-0830831041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473253"/>
              </p:ext>
            </p:extLst>
          </p:nvPr>
        </p:nvGraphicFramePr>
        <p:xfrm>
          <a:off x="838200" y="6102220"/>
          <a:ext cx="10339873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u="sng" dirty="0">
                <a:latin typeface="Arial Black" panose="020B0A04020102020204" pitchFamily="34" charset="0"/>
              </a:rPr>
              <a:t>Implications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BE43DC1-3FA1-0A02-11A5-EDCD15927C0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15984895"/>
              </p:ext>
            </p:extLst>
          </p:nvPr>
        </p:nvGraphicFramePr>
        <p:xfrm>
          <a:off x="418322" y="1690688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718B545-1361-F23B-2253-ACED97D9FB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8990459"/>
              </p:ext>
            </p:extLst>
          </p:nvPr>
        </p:nvGraphicFramePr>
        <p:xfrm>
          <a:off x="6096000" y="176031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Rectangle 6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b="1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altLang="en-US" u="sng" dirty="0">
                <a:latin typeface="Arial Narrow" panose="020B0606020202030204" pitchFamily="34" charset="0"/>
              </a:rPr>
              <a:t>Any 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" y="0"/>
            <a:ext cx="1219073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636</Words>
  <Application>Microsoft Office PowerPoint</Application>
  <PresentationFormat>Widescreen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Arial Narrow</vt:lpstr>
      <vt:lpstr>Arial Rounded MT Bold</vt:lpstr>
      <vt:lpstr>Avenir Next LT Pro Light</vt:lpstr>
      <vt:lpstr>Bahnschrift Light</vt:lpstr>
      <vt:lpstr>Calibri</vt:lpstr>
      <vt:lpstr>Calibri Light</vt:lpstr>
      <vt:lpstr>Office Theme</vt:lpstr>
      <vt:lpstr>Seoul Bike Rental Demand Analysis</vt:lpstr>
      <vt:lpstr>Goal of the Analysis </vt:lpstr>
      <vt:lpstr>Data Source </vt:lpstr>
      <vt:lpstr>Dataset Overview</vt:lpstr>
      <vt:lpstr>Seasonal Trends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Implications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iampi</dc:creator>
  <cp:lastModifiedBy>sejal kashyap</cp:lastModifiedBy>
  <cp:revision>8</cp:revision>
  <dcterms:created xsi:type="dcterms:W3CDTF">2025-07-23T00:59:00Z</dcterms:created>
  <dcterms:modified xsi:type="dcterms:W3CDTF">2026-06-04T06:22:46Z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973C71A884F4485F93EE6BE92318FC77_11</vt:lpwstr>
  </property>
  <property fmtid="{D5CDD505-2E9C-101B-9397-08002B2CF9AE}" pid="3" name="KSOProductBuildVer">
    <vt:lpwstr>1033-12.1.0.25242</vt:lpwstr>
  </property>
</Properties>
</file>